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slide" Target="slides/slide18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2014e4a81349ce89_4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h2014e4a81349ce89_4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2014e4a81349ce89_4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h2014e4a81349ce89_4_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h2014e4a81349ce89_4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h2014e4a81349ce89_4_9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h2014e4a81349ce89_4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h2014e4a81349ce89_4_10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h2014e4a81349ce89_4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h2014e4a81349ce89_4_10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h2014e4a81349ce89_4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h2014e4a81349ce89_4_1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h2014e4a81349ce89_4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h2014e4a81349ce89_4_1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h2014e4a81349ce89_4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h2014e4a81349ce89_4_1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h2014e4a81349ce89_4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h2014e4a81349ce89_4_1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h2014e4a81349ce89_4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h2014e4a81349ce89_4_1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h2014e4a81349ce89_4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h2014e4a81349ce89_4_1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h2014e4a81349ce89_4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h2014e4a81349ce89_4_1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2014e4a81349ce89_4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h2014e4a81349ce89_4_1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h2014e4a81349ce89_4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h2014e4a81349ce89_4_17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h2014e4a81349ce89_4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h2014e4a81349ce89_4_1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h2014e4a81349ce89_4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h2014e4a81349ce89_4_19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h2014e4a81349ce89_4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h2014e4a81349ce89_4_20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h2014e4a81349ce89_4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h2014e4a81349ce89_4_2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Logotipo da Taqtile de fundo branco e texto preto com as primeiras 3 letras na primeira linha e as outras 4 letras na segunda linha" id="129" name="Google Shape;129;p25"/>
          <p:cNvSpPr/>
          <p:nvPr/>
        </p:nvSpPr>
        <p:spPr>
          <a:xfrm>
            <a:off x="514350" y="514350"/>
            <a:ext cx="627134" cy="619442"/>
          </a:xfrm>
          <a:custGeom>
            <a:rect b="b" l="l" r="r" t="t"/>
            <a:pathLst>
              <a:path extrusionOk="0" h="1238884" w="1254268">
                <a:moveTo>
                  <a:pt x="0" y="0"/>
                </a:moveTo>
                <a:lnTo>
                  <a:pt x="1254268" y="0"/>
                </a:lnTo>
                <a:lnTo>
                  <a:pt x="1254268" y="1238884"/>
                </a:lnTo>
                <a:lnTo>
                  <a:pt x="0" y="12388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25"/>
          <p:cNvSpPr/>
          <p:nvPr/>
        </p:nvSpPr>
        <p:spPr>
          <a:xfrm>
            <a:off x="3996063" y="-4437"/>
            <a:ext cx="5147938" cy="5147938"/>
          </a:xfrm>
          <a:custGeom>
            <a:rect b="b" l="l" r="r" t="t"/>
            <a:pathLst>
              <a:path extrusionOk="0" h="10295875" w="10295875">
                <a:moveTo>
                  <a:pt x="0" y="0"/>
                </a:moveTo>
                <a:lnTo>
                  <a:pt x="10295875" y="0"/>
                </a:lnTo>
                <a:lnTo>
                  <a:pt x="10295875" y="10295875"/>
                </a:lnTo>
                <a:lnTo>
                  <a:pt x="0" y="102958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1" name="Google Shape;131;p25"/>
          <p:cNvSpPr txBox="1"/>
          <p:nvPr/>
        </p:nvSpPr>
        <p:spPr>
          <a:xfrm>
            <a:off x="514350" y="1916600"/>
            <a:ext cx="25893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Avaliação de agentes de IA</a:t>
            </a:r>
            <a:endParaRPr sz="700"/>
          </a:p>
        </p:txBody>
      </p:sp>
      <p:sp>
        <p:nvSpPr>
          <p:cNvPr id="132" name="Google Shape;132;p25"/>
          <p:cNvSpPr txBox="1"/>
          <p:nvPr/>
        </p:nvSpPr>
        <p:spPr>
          <a:xfrm>
            <a:off x="514350" y="3308030"/>
            <a:ext cx="352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E5DDDA"/>
                </a:solidFill>
              </a:rPr>
              <a:t>Nix Lopes</a:t>
            </a:r>
            <a:endParaRPr sz="700"/>
          </a:p>
        </p:txBody>
      </p:sp>
      <p:sp>
        <p:nvSpPr>
          <p:cNvPr id="133" name="Google Shape;133;p25"/>
          <p:cNvSpPr txBox="1"/>
          <p:nvPr/>
        </p:nvSpPr>
        <p:spPr>
          <a:xfrm>
            <a:off x="514350" y="3646255"/>
            <a:ext cx="352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5DDDA"/>
                </a:solidFill>
              </a:rPr>
              <a:t>20</a:t>
            </a:r>
            <a:r>
              <a:rPr b="0" i="0" lang="en" sz="1200" u="none" cap="none" strike="noStrike">
                <a:solidFill>
                  <a:srgbClr val="E5DDDA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" sz="1200">
                <a:solidFill>
                  <a:srgbClr val="E5DDDA"/>
                </a:solidFill>
              </a:rPr>
              <a:t>02</a:t>
            </a:r>
            <a:r>
              <a:rPr b="0" i="0" lang="en" sz="1200" u="none" cap="none" strike="noStrike">
                <a:solidFill>
                  <a:srgbClr val="E5DDDA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" sz="1200">
                <a:solidFill>
                  <a:srgbClr val="E5DDDA"/>
                </a:solidFill>
              </a:rPr>
              <a:t>1995</a:t>
            </a:r>
            <a:endParaRPr sz="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" name="Google Shape;138;p26"/>
          <p:cNvCxnSpPr/>
          <p:nvPr/>
        </p:nvCxnSpPr>
        <p:spPr>
          <a:xfrm>
            <a:off x="514350" y="4629150"/>
            <a:ext cx="8115300" cy="0"/>
          </a:xfrm>
          <a:prstGeom prst="straightConnector1">
            <a:avLst/>
          </a:prstGeom>
          <a:noFill/>
          <a:ln cap="flat" cmpd="sng" w="19050">
            <a:solidFill>
              <a:srgbClr val="FF7A0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9" name="Google Shape;139;p26"/>
          <p:cNvGrpSpPr/>
          <p:nvPr/>
        </p:nvGrpSpPr>
        <p:grpSpPr>
          <a:xfrm>
            <a:off x="514350" y="-1593322"/>
            <a:ext cx="5531087" cy="6222472"/>
            <a:chOff x="0" y="0"/>
            <a:chExt cx="5370413" cy="6041715"/>
          </a:xfrm>
        </p:grpSpPr>
        <p:sp>
          <p:nvSpPr>
            <p:cNvPr id="140" name="Google Shape;140;p26"/>
            <p:cNvSpPr/>
            <p:nvPr/>
          </p:nvSpPr>
          <p:spPr>
            <a:xfrm>
              <a:off x="0" y="0"/>
              <a:ext cx="5370413" cy="6041715"/>
            </a:xfrm>
            <a:custGeom>
              <a:rect b="b" l="l" r="r" t="t"/>
              <a:pathLst>
                <a:path extrusionOk="0" h="6041715" w="5370413">
                  <a:moveTo>
                    <a:pt x="0" y="6041715"/>
                  </a:moveTo>
                  <a:lnTo>
                    <a:pt x="0" y="0"/>
                  </a:lnTo>
                  <a:cubicBezTo>
                    <a:pt x="1790138" y="2013905"/>
                    <a:pt x="3580275" y="4027810"/>
                    <a:pt x="5370413" y="6041715"/>
                  </a:cubicBezTo>
                  <a:lnTo>
                    <a:pt x="0" y="6041715"/>
                  </a:lnTo>
                  <a:close/>
                </a:path>
              </a:pathLst>
            </a:custGeom>
            <a:solidFill>
              <a:srgbClr val="F9D5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26"/>
            <p:cNvSpPr/>
            <p:nvPr/>
          </p:nvSpPr>
          <p:spPr>
            <a:xfrm>
              <a:off x="0" y="0"/>
              <a:ext cx="5370413" cy="6041715"/>
            </a:xfrm>
            <a:custGeom>
              <a:rect b="b" l="l" r="r" t="t"/>
              <a:pathLst>
                <a:path extrusionOk="0" h="6041715" w="5370413">
                  <a:moveTo>
                    <a:pt x="0" y="6041715"/>
                  </a:moveTo>
                  <a:lnTo>
                    <a:pt x="0" y="0"/>
                  </a:lnTo>
                  <a:cubicBezTo>
                    <a:pt x="1790138" y="2013905"/>
                    <a:pt x="3580275" y="4027810"/>
                    <a:pt x="5370413" y="6041715"/>
                  </a:cubicBezTo>
                  <a:lnTo>
                    <a:pt x="0" y="6041715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-94342" r="-94342" t="0"/>
              </a:stretch>
            </a:blip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" name="Google Shape;142;p26"/>
          <p:cNvGrpSpPr/>
          <p:nvPr/>
        </p:nvGrpSpPr>
        <p:grpSpPr>
          <a:xfrm>
            <a:off x="0" y="-325488"/>
            <a:ext cx="9144000" cy="839838"/>
            <a:chOff x="0" y="-171450"/>
            <a:chExt cx="4816593" cy="442383"/>
          </a:xfrm>
        </p:grpSpPr>
        <p:sp>
          <p:nvSpPr>
            <p:cNvPr id="143" name="Google Shape;143;p26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</p:sp>
        <p:sp>
          <p:nvSpPr>
            <p:cNvPr id="144" name="Google Shape;144;p26"/>
            <p:cNvSpPr txBox="1"/>
            <p:nvPr/>
          </p:nvSpPr>
          <p:spPr>
            <a:xfrm>
              <a:off x="0" y="-171450"/>
              <a:ext cx="4816593" cy="4423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6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26"/>
          <p:cNvSpPr txBox="1"/>
          <p:nvPr/>
        </p:nvSpPr>
        <p:spPr>
          <a:xfrm>
            <a:off x="5002308" y="579271"/>
            <a:ext cx="2771610" cy="5426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200" u="none" cap="none" strike="noStrike">
                <a:solidFill>
                  <a:srgbClr val="EFE8E6"/>
                </a:solidFill>
                <a:latin typeface="Arial"/>
                <a:ea typeface="Arial"/>
                <a:cs typeface="Arial"/>
                <a:sym typeface="Arial"/>
              </a:rPr>
              <a:t>Pauta do dia</a:t>
            </a:r>
            <a:endParaRPr sz="700"/>
          </a:p>
        </p:txBody>
      </p:sp>
      <p:sp>
        <p:nvSpPr>
          <p:cNvPr id="146" name="Google Shape;146;p26"/>
          <p:cNvSpPr txBox="1"/>
          <p:nvPr/>
        </p:nvSpPr>
        <p:spPr>
          <a:xfrm>
            <a:off x="5002308" y="1226618"/>
            <a:ext cx="2976978" cy="1764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27000" lvl="1" marL="254000" marR="0" rtl="0" algn="just">
              <a:lnSpc>
                <a:spcPct val="200041"/>
              </a:lnSpc>
              <a:spcBef>
                <a:spcPts val="0"/>
              </a:spcBef>
              <a:spcAft>
                <a:spcPts val="0"/>
              </a:spcAft>
              <a:buClr>
                <a:srgbClr val="E5DDDA"/>
              </a:buClr>
              <a:buSzPts val="1200"/>
              <a:buFont typeface="Arial"/>
              <a:buAutoNum type="arabicPeriod"/>
            </a:pPr>
            <a:r>
              <a:rPr b="0" i="0" lang="en" sz="1200" u="none" cap="none" strike="noStrike">
                <a:solidFill>
                  <a:srgbClr val="E5DDDA"/>
                </a:solidFill>
                <a:latin typeface="Arial"/>
                <a:ea typeface="Arial"/>
                <a:cs typeface="Arial"/>
                <a:sym typeface="Arial"/>
              </a:rPr>
              <a:t> Capítulo;</a:t>
            </a:r>
            <a:endParaRPr sz="700"/>
          </a:p>
          <a:p>
            <a:pPr indent="-127000" lvl="1" marL="254000" marR="0" rtl="0" algn="just">
              <a:lnSpc>
                <a:spcPct val="200041"/>
              </a:lnSpc>
              <a:spcBef>
                <a:spcPts val="0"/>
              </a:spcBef>
              <a:spcAft>
                <a:spcPts val="0"/>
              </a:spcAft>
              <a:buClr>
                <a:srgbClr val="E5DDDA"/>
              </a:buClr>
              <a:buSzPts val="1200"/>
              <a:buFont typeface="Arial"/>
              <a:buAutoNum type="arabicPeriod"/>
            </a:pPr>
            <a:r>
              <a:rPr b="0" i="0" lang="en" sz="1200" u="none" cap="none" strike="noStrike">
                <a:solidFill>
                  <a:srgbClr val="E5DDDA"/>
                </a:solidFill>
                <a:latin typeface="Arial"/>
                <a:ea typeface="Arial"/>
                <a:cs typeface="Arial"/>
                <a:sym typeface="Arial"/>
              </a:rPr>
              <a:t> Capítulo;</a:t>
            </a:r>
            <a:endParaRPr sz="700"/>
          </a:p>
          <a:p>
            <a:pPr indent="-127000" lvl="1" marL="254000" marR="0" rtl="0" algn="just">
              <a:lnSpc>
                <a:spcPct val="200041"/>
              </a:lnSpc>
              <a:spcBef>
                <a:spcPts val="0"/>
              </a:spcBef>
              <a:spcAft>
                <a:spcPts val="0"/>
              </a:spcAft>
              <a:buClr>
                <a:srgbClr val="E5DDDA"/>
              </a:buClr>
              <a:buSzPts val="1200"/>
              <a:buFont typeface="Arial"/>
              <a:buAutoNum type="arabicPeriod"/>
            </a:pPr>
            <a:r>
              <a:rPr b="0" i="0" lang="en" sz="1200" u="none" cap="none" strike="noStrike">
                <a:solidFill>
                  <a:srgbClr val="E5DDDA"/>
                </a:solidFill>
                <a:latin typeface="Arial"/>
                <a:ea typeface="Arial"/>
                <a:cs typeface="Arial"/>
                <a:sym typeface="Arial"/>
              </a:rPr>
              <a:t> Capítulo;</a:t>
            </a:r>
            <a:endParaRPr sz="700"/>
          </a:p>
          <a:p>
            <a:pPr indent="-127000" lvl="1" marL="254000" marR="0" rtl="0" algn="just">
              <a:lnSpc>
                <a:spcPct val="200041"/>
              </a:lnSpc>
              <a:spcBef>
                <a:spcPts val="0"/>
              </a:spcBef>
              <a:spcAft>
                <a:spcPts val="0"/>
              </a:spcAft>
              <a:buClr>
                <a:srgbClr val="E5DDDA"/>
              </a:buClr>
              <a:buSzPts val="1200"/>
              <a:buFont typeface="Arial"/>
              <a:buAutoNum type="arabicPeriod"/>
            </a:pPr>
            <a:r>
              <a:rPr b="0" i="0" lang="en" sz="1200" u="none" cap="none" strike="noStrike">
                <a:solidFill>
                  <a:srgbClr val="E5DDDA"/>
                </a:solidFill>
                <a:latin typeface="Arial"/>
                <a:ea typeface="Arial"/>
                <a:cs typeface="Arial"/>
                <a:sym typeface="Arial"/>
              </a:rPr>
              <a:t> Capítulo;</a:t>
            </a:r>
            <a:endParaRPr sz="700"/>
          </a:p>
          <a:p>
            <a:pPr indent="-127000" lvl="1" marL="254000" marR="0" rtl="0" algn="just">
              <a:lnSpc>
                <a:spcPct val="200041"/>
              </a:lnSpc>
              <a:spcBef>
                <a:spcPts val="0"/>
              </a:spcBef>
              <a:spcAft>
                <a:spcPts val="0"/>
              </a:spcAft>
              <a:buClr>
                <a:srgbClr val="E5DDDA"/>
              </a:buClr>
              <a:buSzPts val="1200"/>
              <a:buFont typeface="Arial"/>
              <a:buAutoNum type="arabicPeriod"/>
            </a:pPr>
            <a:r>
              <a:rPr b="0" i="0" lang="en" sz="1200" u="none" cap="none" strike="noStrike">
                <a:solidFill>
                  <a:srgbClr val="E5DDDA"/>
                </a:solidFill>
                <a:latin typeface="Arial"/>
                <a:ea typeface="Arial"/>
                <a:cs typeface="Arial"/>
                <a:sym typeface="Arial"/>
              </a:rPr>
              <a:t> Capítulo;</a:t>
            </a:r>
            <a:endParaRPr sz="700"/>
          </a:p>
          <a:p>
            <a:pPr indent="-127000" lvl="1" marL="254000" marR="0" rtl="0" algn="just">
              <a:lnSpc>
                <a:spcPct val="200041"/>
              </a:lnSpc>
              <a:spcBef>
                <a:spcPts val="0"/>
              </a:spcBef>
              <a:spcAft>
                <a:spcPts val="0"/>
              </a:spcAft>
              <a:buClr>
                <a:srgbClr val="E5DDDA"/>
              </a:buClr>
              <a:buSzPts val="1200"/>
              <a:buFont typeface="Arial"/>
              <a:buAutoNum type="arabicPeriod"/>
            </a:pPr>
            <a:r>
              <a:rPr b="0" i="0" lang="en" sz="1200" u="none" cap="none" strike="noStrike">
                <a:solidFill>
                  <a:srgbClr val="E5DDDA"/>
                </a:solidFill>
                <a:latin typeface="Arial"/>
                <a:ea typeface="Arial"/>
                <a:cs typeface="Arial"/>
                <a:sym typeface="Arial"/>
              </a:rPr>
              <a:t> Capítulo;</a:t>
            </a:r>
            <a:endParaRPr sz="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1" name="Google Shape;151;p27"/>
          <p:cNvCxnSpPr/>
          <p:nvPr/>
        </p:nvCxnSpPr>
        <p:spPr>
          <a:xfrm>
            <a:off x="514350" y="4629150"/>
            <a:ext cx="8115300" cy="0"/>
          </a:xfrm>
          <a:prstGeom prst="straightConnector1">
            <a:avLst/>
          </a:prstGeom>
          <a:noFill/>
          <a:ln cap="flat" cmpd="sng" w="19050">
            <a:solidFill>
              <a:srgbClr val="FF7A0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p27"/>
          <p:cNvSpPr txBox="1"/>
          <p:nvPr/>
        </p:nvSpPr>
        <p:spPr>
          <a:xfrm>
            <a:off x="5503584" y="2425541"/>
            <a:ext cx="3126066" cy="254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E5DDDA"/>
                </a:solidFill>
                <a:latin typeface="Arial"/>
                <a:ea typeface="Arial"/>
                <a:cs typeface="Arial"/>
                <a:sym typeface="Arial"/>
              </a:rPr>
              <a:t>Descrição</a:t>
            </a:r>
            <a:endParaRPr sz="700"/>
          </a:p>
        </p:txBody>
      </p:sp>
      <p:sp>
        <p:nvSpPr>
          <p:cNvPr id="153" name="Google Shape;153;p27"/>
          <p:cNvSpPr txBox="1"/>
          <p:nvPr/>
        </p:nvSpPr>
        <p:spPr>
          <a:xfrm>
            <a:off x="514350" y="2266950"/>
            <a:ext cx="3608078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500" u="none" cap="none" strike="noStrike">
                <a:solidFill>
                  <a:srgbClr val="FCFAFA"/>
                </a:solidFill>
                <a:latin typeface="Arial"/>
                <a:ea typeface="Arial"/>
                <a:cs typeface="Arial"/>
                <a:sym typeface="Arial"/>
              </a:rPr>
              <a:t>Abertura</a:t>
            </a:r>
            <a:endParaRPr sz="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/>
          <p:nvPr/>
        </p:nvSpPr>
        <p:spPr>
          <a:xfrm>
            <a:off x="4572000" y="0"/>
            <a:ext cx="4572000" cy="3178601"/>
          </a:xfrm>
          <a:custGeom>
            <a:rect b="b" l="l" r="r" t="t"/>
            <a:pathLst>
              <a:path extrusionOk="0" h="6357201" w="9144000">
                <a:moveTo>
                  <a:pt x="0" y="0"/>
                </a:moveTo>
                <a:lnTo>
                  <a:pt x="9144000" y="0"/>
                </a:lnTo>
                <a:lnTo>
                  <a:pt x="9144000" y="6357201"/>
                </a:lnTo>
                <a:lnTo>
                  <a:pt x="0" y="63572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9" name="Google Shape;159;p28"/>
          <p:cNvSpPr txBox="1"/>
          <p:nvPr/>
        </p:nvSpPr>
        <p:spPr>
          <a:xfrm>
            <a:off x="514350" y="2266950"/>
            <a:ext cx="3608078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500" u="none" cap="none" strike="noStrike">
                <a:solidFill>
                  <a:srgbClr val="FCFAFA"/>
                </a:solidFill>
                <a:latin typeface="Arial"/>
                <a:ea typeface="Arial"/>
                <a:cs typeface="Arial"/>
                <a:sym typeface="Arial"/>
              </a:rPr>
              <a:t>Capítulo</a:t>
            </a:r>
            <a:endParaRPr sz="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eta cinza indicando para a direita que há mais conteúdo a seguir" id="164" name="Google Shape;164;p29"/>
          <p:cNvSpPr/>
          <p:nvPr/>
        </p:nvSpPr>
        <p:spPr>
          <a:xfrm>
            <a:off x="514350" y="4308416"/>
            <a:ext cx="405622" cy="182161"/>
          </a:xfrm>
          <a:custGeom>
            <a:rect b="b" l="l" r="r" t="t"/>
            <a:pathLst>
              <a:path extrusionOk="0" h="364322" w="811243">
                <a:moveTo>
                  <a:pt x="0" y="0"/>
                </a:moveTo>
                <a:lnTo>
                  <a:pt x="811243" y="0"/>
                </a:lnTo>
                <a:lnTo>
                  <a:pt x="811243" y="364322"/>
                </a:lnTo>
                <a:lnTo>
                  <a:pt x="0" y="3643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" name="Google Shape;165;p29"/>
          <p:cNvSpPr/>
          <p:nvPr/>
        </p:nvSpPr>
        <p:spPr>
          <a:xfrm rot="5400000">
            <a:off x="3763593" y="2360507"/>
            <a:ext cx="7745676" cy="3024663"/>
          </a:xfrm>
          <a:custGeom>
            <a:rect b="b" l="l" r="r" t="t"/>
            <a:pathLst>
              <a:path extrusionOk="0" h="6049326" w="15491351">
                <a:moveTo>
                  <a:pt x="0" y="0"/>
                </a:moveTo>
                <a:lnTo>
                  <a:pt x="15491352" y="0"/>
                </a:lnTo>
                <a:lnTo>
                  <a:pt x="15491352" y="6049326"/>
                </a:lnTo>
                <a:lnTo>
                  <a:pt x="0" y="60493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29"/>
          <p:cNvSpPr txBox="1"/>
          <p:nvPr/>
        </p:nvSpPr>
        <p:spPr>
          <a:xfrm>
            <a:off x="514350" y="1250075"/>
            <a:ext cx="4220272" cy="5426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200" u="none" cap="none" strike="noStrike">
                <a:solidFill>
                  <a:srgbClr val="5B5654"/>
                </a:solidFill>
                <a:latin typeface="Arial"/>
                <a:ea typeface="Arial"/>
                <a:cs typeface="Arial"/>
                <a:sym typeface="Arial"/>
              </a:rPr>
              <a:t>Subcapítulo</a:t>
            </a:r>
            <a:endParaRPr sz="700"/>
          </a:p>
        </p:txBody>
      </p:sp>
      <p:sp>
        <p:nvSpPr>
          <p:cNvPr id="167" name="Google Shape;167;p29"/>
          <p:cNvSpPr txBox="1"/>
          <p:nvPr/>
        </p:nvSpPr>
        <p:spPr>
          <a:xfrm>
            <a:off x="514350" y="2519499"/>
            <a:ext cx="3692920" cy="206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7F7673"/>
                </a:solidFill>
                <a:latin typeface="Arial"/>
                <a:ea typeface="Arial"/>
                <a:cs typeface="Arial"/>
                <a:sym typeface="Arial"/>
              </a:rPr>
              <a:t>Descrição do subcapítulo</a:t>
            </a:r>
            <a:endParaRPr sz="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" name="Google Shape;172;p30"/>
          <p:cNvCxnSpPr/>
          <p:nvPr/>
        </p:nvCxnSpPr>
        <p:spPr>
          <a:xfrm>
            <a:off x="0" y="4629150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FF7A0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3" name="Google Shape;173;p30"/>
          <p:cNvGrpSpPr/>
          <p:nvPr/>
        </p:nvGrpSpPr>
        <p:grpSpPr>
          <a:xfrm>
            <a:off x="6401513" y="1224183"/>
            <a:ext cx="3084233" cy="3084232"/>
            <a:chOff x="0" y="0"/>
            <a:chExt cx="812800" cy="812800"/>
          </a:xfrm>
        </p:grpSpPr>
        <p:sp>
          <p:nvSpPr>
            <p:cNvPr id="174" name="Google Shape;174;p3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cap="sq" cmpd="sng" w="9525">
              <a:solidFill>
                <a:srgbClr val="7F767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3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Seta cinza indicando para a direita que há mais conteúdo a seguir" id="176" name="Google Shape;176;p30"/>
          <p:cNvSpPr/>
          <p:nvPr/>
        </p:nvSpPr>
        <p:spPr>
          <a:xfrm>
            <a:off x="514350" y="4308416"/>
            <a:ext cx="405622" cy="182161"/>
          </a:xfrm>
          <a:custGeom>
            <a:rect b="b" l="l" r="r" t="t"/>
            <a:pathLst>
              <a:path extrusionOk="0" h="364322" w="811243">
                <a:moveTo>
                  <a:pt x="0" y="0"/>
                </a:moveTo>
                <a:lnTo>
                  <a:pt x="811243" y="0"/>
                </a:lnTo>
                <a:lnTo>
                  <a:pt x="811243" y="364322"/>
                </a:lnTo>
                <a:lnTo>
                  <a:pt x="0" y="3643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30"/>
          <p:cNvSpPr/>
          <p:nvPr/>
        </p:nvSpPr>
        <p:spPr>
          <a:xfrm>
            <a:off x="4919877" y="1224183"/>
            <a:ext cx="3024390" cy="3008807"/>
          </a:xfrm>
          <a:custGeom>
            <a:rect b="b" l="l" r="r" t="t"/>
            <a:pathLst>
              <a:path extrusionOk="0" h="5991310" w="6022340">
                <a:moveTo>
                  <a:pt x="3011170" y="0"/>
                </a:moveTo>
                <a:cubicBezTo>
                  <a:pt x="1348147" y="0"/>
                  <a:pt x="0" y="1341200"/>
                  <a:pt x="0" y="2995655"/>
                </a:cubicBezTo>
                <a:cubicBezTo>
                  <a:pt x="0" y="4650110"/>
                  <a:pt x="1348147" y="5991310"/>
                  <a:pt x="3011170" y="5991310"/>
                </a:cubicBezTo>
                <a:cubicBezTo>
                  <a:pt x="4674193" y="5991310"/>
                  <a:pt x="6022340" y="4650110"/>
                  <a:pt x="6022340" y="2995655"/>
                </a:cubicBezTo>
                <a:cubicBezTo>
                  <a:pt x="6022340" y="1341200"/>
                  <a:pt x="4674193" y="0"/>
                  <a:pt x="3011170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7184" l="-112354" r="-112332" t="0"/>
            </a:stretch>
          </a:blipFill>
          <a:ln cap="sq" cmpd="sng" w="952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8" name="Google Shape;178;p30"/>
          <p:cNvGrpSpPr/>
          <p:nvPr/>
        </p:nvGrpSpPr>
        <p:grpSpPr>
          <a:xfrm>
            <a:off x="7943630" y="1224183"/>
            <a:ext cx="3084232" cy="3084232"/>
            <a:chOff x="0" y="0"/>
            <a:chExt cx="812800" cy="812800"/>
          </a:xfrm>
        </p:grpSpPr>
        <p:sp>
          <p:nvSpPr>
            <p:cNvPr id="179" name="Google Shape;179;p3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cap="sq" cmpd="sng" w="9525">
              <a:solidFill>
                <a:srgbClr val="7F767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3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" name="Google Shape;181;p30"/>
          <p:cNvSpPr/>
          <p:nvPr/>
        </p:nvSpPr>
        <p:spPr>
          <a:xfrm>
            <a:off x="4889638" y="1224183"/>
            <a:ext cx="3084232" cy="3084232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78304" r="-78304" t="0"/>
            </a:stretch>
          </a:blip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0"/>
          <p:cNvSpPr txBox="1"/>
          <p:nvPr/>
        </p:nvSpPr>
        <p:spPr>
          <a:xfrm>
            <a:off x="514350" y="457200"/>
            <a:ext cx="4399621" cy="54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200" u="none" cap="none" strike="noStrike">
                <a:solidFill>
                  <a:srgbClr val="5B5654"/>
                </a:solidFill>
                <a:latin typeface="Arial"/>
                <a:ea typeface="Arial"/>
                <a:cs typeface="Arial"/>
                <a:sym typeface="Arial"/>
              </a:rPr>
              <a:t>Título da página</a:t>
            </a:r>
            <a:endParaRPr sz="700"/>
          </a:p>
        </p:txBody>
      </p:sp>
      <p:sp>
        <p:nvSpPr>
          <p:cNvPr id="183" name="Google Shape;183;p30"/>
          <p:cNvSpPr txBox="1"/>
          <p:nvPr/>
        </p:nvSpPr>
        <p:spPr>
          <a:xfrm>
            <a:off x="514350" y="1735122"/>
            <a:ext cx="3784969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14300" lvl="1" marL="215900" marR="0" rtl="0" algn="l">
              <a:lnSpc>
                <a:spcPct val="150025"/>
              </a:lnSpc>
              <a:spcBef>
                <a:spcPts val="0"/>
              </a:spcBef>
              <a:spcAft>
                <a:spcPts val="0"/>
              </a:spcAft>
              <a:buClr>
                <a:srgbClr val="7F7673"/>
              </a:buClr>
              <a:buSzPts val="1000"/>
              <a:buFont typeface="Arial"/>
              <a:buChar char="•"/>
            </a:pPr>
            <a:r>
              <a:rPr b="1" i="0" lang="en" sz="1000" u="none" cap="none" strike="noStrike">
                <a:solidFill>
                  <a:srgbClr val="7F7673"/>
                </a:solidFill>
                <a:latin typeface="Arial"/>
                <a:ea typeface="Arial"/>
                <a:cs typeface="Arial"/>
                <a:sym typeface="Arial"/>
              </a:rPr>
              <a:t>Item: </a:t>
            </a:r>
            <a:r>
              <a:rPr b="0" i="0" lang="en" sz="1000" u="none" cap="none" strike="noStrike">
                <a:solidFill>
                  <a:srgbClr val="7F7673"/>
                </a:solidFill>
                <a:latin typeface="Arial"/>
                <a:ea typeface="Arial"/>
                <a:cs typeface="Arial"/>
                <a:sym typeface="Arial"/>
              </a:rPr>
              <a:t>Descrição do item</a:t>
            </a:r>
            <a:endParaRPr sz="700"/>
          </a:p>
          <a:p>
            <a:pPr indent="0" lvl="0" marL="0" marR="0" rtl="0" algn="l">
              <a:lnSpc>
                <a:spcPct val="15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7F767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1" marL="215900" marR="0" rtl="0" algn="l">
              <a:lnSpc>
                <a:spcPct val="150025"/>
              </a:lnSpc>
              <a:spcBef>
                <a:spcPts val="0"/>
              </a:spcBef>
              <a:spcAft>
                <a:spcPts val="0"/>
              </a:spcAft>
              <a:buClr>
                <a:srgbClr val="7F7673"/>
              </a:buClr>
              <a:buSzPts val="1000"/>
              <a:buFont typeface="Arial"/>
              <a:buChar char="•"/>
            </a:pPr>
            <a:r>
              <a:rPr b="1" i="0" lang="en" sz="1000" u="none" cap="none" strike="noStrike">
                <a:solidFill>
                  <a:srgbClr val="7F7673"/>
                </a:solidFill>
                <a:latin typeface="Arial"/>
                <a:ea typeface="Arial"/>
                <a:cs typeface="Arial"/>
                <a:sym typeface="Arial"/>
              </a:rPr>
              <a:t>Item: </a:t>
            </a:r>
            <a:r>
              <a:rPr b="0" i="0" lang="en" sz="1000" u="none" cap="none" strike="noStrike">
                <a:solidFill>
                  <a:srgbClr val="7F7673"/>
                </a:solidFill>
                <a:latin typeface="Arial"/>
                <a:ea typeface="Arial"/>
                <a:cs typeface="Arial"/>
                <a:sym typeface="Arial"/>
              </a:rPr>
              <a:t>Descrição do item</a:t>
            </a:r>
            <a:endParaRPr sz="700"/>
          </a:p>
          <a:p>
            <a:pPr indent="0" lvl="0" marL="0" marR="0" rtl="0" algn="l">
              <a:lnSpc>
                <a:spcPct val="15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7F767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1" marL="215900" marR="0" rtl="0" algn="l">
              <a:lnSpc>
                <a:spcPct val="150025"/>
              </a:lnSpc>
              <a:spcBef>
                <a:spcPts val="0"/>
              </a:spcBef>
              <a:spcAft>
                <a:spcPts val="0"/>
              </a:spcAft>
              <a:buClr>
                <a:srgbClr val="7F7673"/>
              </a:buClr>
              <a:buSzPts val="1000"/>
              <a:buFont typeface="Arial"/>
              <a:buChar char="•"/>
            </a:pPr>
            <a:r>
              <a:rPr b="1" i="0" lang="en" sz="1000" u="none" cap="none" strike="noStrike">
                <a:solidFill>
                  <a:srgbClr val="7F7673"/>
                </a:solidFill>
                <a:latin typeface="Arial"/>
                <a:ea typeface="Arial"/>
                <a:cs typeface="Arial"/>
                <a:sym typeface="Arial"/>
              </a:rPr>
              <a:t>Item: </a:t>
            </a:r>
            <a:r>
              <a:rPr b="0" i="0" lang="en" sz="1000" u="none" cap="none" strike="noStrike">
                <a:solidFill>
                  <a:srgbClr val="7F7673"/>
                </a:solidFill>
                <a:latin typeface="Arial"/>
                <a:ea typeface="Arial"/>
                <a:cs typeface="Arial"/>
                <a:sym typeface="Arial"/>
              </a:rPr>
              <a:t>Descrição do item.</a:t>
            </a:r>
            <a:endParaRPr sz="700"/>
          </a:p>
          <a:p>
            <a:pPr indent="0" lvl="0" marL="0" marR="0" rtl="0" algn="l">
              <a:lnSpc>
                <a:spcPct val="15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7F767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1" marL="215900" marR="0" rtl="0" algn="l">
              <a:lnSpc>
                <a:spcPct val="150025"/>
              </a:lnSpc>
              <a:spcBef>
                <a:spcPts val="0"/>
              </a:spcBef>
              <a:spcAft>
                <a:spcPts val="0"/>
              </a:spcAft>
              <a:buClr>
                <a:srgbClr val="7F7673"/>
              </a:buClr>
              <a:buSzPts val="1000"/>
              <a:buFont typeface="Arial"/>
              <a:buChar char="•"/>
            </a:pPr>
            <a:r>
              <a:rPr b="1" i="0" lang="en" sz="1000" u="none" cap="none" strike="noStrike">
                <a:solidFill>
                  <a:srgbClr val="7F7673"/>
                </a:solidFill>
                <a:latin typeface="Arial"/>
                <a:ea typeface="Arial"/>
                <a:cs typeface="Arial"/>
                <a:sym typeface="Arial"/>
              </a:rPr>
              <a:t>Item: </a:t>
            </a:r>
            <a:r>
              <a:rPr b="0" i="0" lang="en" sz="1000" u="none" cap="none" strike="noStrike">
                <a:solidFill>
                  <a:srgbClr val="7F7673"/>
                </a:solidFill>
                <a:latin typeface="Arial"/>
                <a:ea typeface="Arial"/>
                <a:cs typeface="Arial"/>
                <a:sym typeface="Arial"/>
              </a:rPr>
              <a:t>Descrição do item</a:t>
            </a:r>
            <a:endParaRPr sz="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1"/>
          <p:cNvSpPr/>
          <p:nvPr/>
        </p:nvSpPr>
        <p:spPr>
          <a:xfrm>
            <a:off x="4572000" y="0"/>
            <a:ext cx="4572000" cy="3178601"/>
          </a:xfrm>
          <a:custGeom>
            <a:rect b="b" l="l" r="r" t="t"/>
            <a:pathLst>
              <a:path extrusionOk="0" h="6357201" w="9144000">
                <a:moveTo>
                  <a:pt x="0" y="0"/>
                </a:moveTo>
                <a:lnTo>
                  <a:pt x="9144000" y="0"/>
                </a:lnTo>
                <a:lnTo>
                  <a:pt x="9144000" y="6357201"/>
                </a:lnTo>
                <a:lnTo>
                  <a:pt x="0" y="63572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31"/>
          <p:cNvSpPr txBox="1"/>
          <p:nvPr/>
        </p:nvSpPr>
        <p:spPr>
          <a:xfrm>
            <a:off x="514350" y="2266950"/>
            <a:ext cx="3608078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500" u="none" cap="none" strike="noStrike">
                <a:solidFill>
                  <a:srgbClr val="FCFAFA"/>
                </a:solidFill>
                <a:latin typeface="Arial"/>
                <a:ea typeface="Arial"/>
                <a:cs typeface="Arial"/>
                <a:sym typeface="Arial"/>
              </a:rPr>
              <a:t>Capítulo</a:t>
            </a:r>
            <a:endParaRPr sz="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eta cinza indicando para a direita que há mais conteúdo a seguir" id="194" name="Google Shape;194;p32"/>
          <p:cNvSpPr/>
          <p:nvPr/>
        </p:nvSpPr>
        <p:spPr>
          <a:xfrm>
            <a:off x="514350" y="4308416"/>
            <a:ext cx="405622" cy="182161"/>
          </a:xfrm>
          <a:custGeom>
            <a:rect b="b" l="l" r="r" t="t"/>
            <a:pathLst>
              <a:path extrusionOk="0" h="364322" w="811243">
                <a:moveTo>
                  <a:pt x="0" y="0"/>
                </a:moveTo>
                <a:lnTo>
                  <a:pt x="811243" y="0"/>
                </a:lnTo>
                <a:lnTo>
                  <a:pt x="811243" y="364322"/>
                </a:lnTo>
                <a:lnTo>
                  <a:pt x="0" y="3643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95" name="Google Shape;195;p32"/>
          <p:cNvCxnSpPr/>
          <p:nvPr/>
        </p:nvCxnSpPr>
        <p:spPr>
          <a:xfrm>
            <a:off x="0" y="4633913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FF7A0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32"/>
          <p:cNvSpPr/>
          <p:nvPr/>
        </p:nvSpPr>
        <p:spPr>
          <a:xfrm>
            <a:off x="4873301" y="779385"/>
            <a:ext cx="4649388" cy="3254459"/>
          </a:xfrm>
          <a:custGeom>
            <a:rect b="b" l="l" r="r" t="t"/>
            <a:pathLst>
              <a:path extrusionOk="0" h="812800" w="1161183">
                <a:moveTo>
                  <a:pt x="0" y="0"/>
                </a:moveTo>
                <a:lnTo>
                  <a:pt x="1161183" y="0"/>
                </a:lnTo>
                <a:lnTo>
                  <a:pt x="1161183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54811" r="-24809" t="0"/>
            </a:stretch>
          </a:blipFill>
          <a:ln>
            <a:noFill/>
          </a:ln>
        </p:spPr>
      </p:sp>
      <p:sp>
        <p:nvSpPr>
          <p:cNvPr id="197" name="Google Shape;197;p32"/>
          <p:cNvSpPr txBox="1"/>
          <p:nvPr/>
        </p:nvSpPr>
        <p:spPr>
          <a:xfrm>
            <a:off x="514350" y="722236"/>
            <a:ext cx="4220272" cy="54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200" u="none" cap="none" strike="noStrike">
                <a:solidFill>
                  <a:srgbClr val="5B5654"/>
                </a:solidFill>
                <a:latin typeface="Arial"/>
                <a:ea typeface="Arial"/>
                <a:cs typeface="Arial"/>
                <a:sym typeface="Arial"/>
              </a:rPr>
              <a:t>Título da página</a:t>
            </a:r>
            <a:endParaRPr sz="700"/>
          </a:p>
        </p:txBody>
      </p:sp>
      <p:sp>
        <p:nvSpPr>
          <p:cNvPr id="198" name="Google Shape;198;p32"/>
          <p:cNvSpPr txBox="1"/>
          <p:nvPr/>
        </p:nvSpPr>
        <p:spPr>
          <a:xfrm>
            <a:off x="514350" y="1889722"/>
            <a:ext cx="3692920" cy="151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7F7673"/>
                </a:solidFill>
                <a:latin typeface="Arial"/>
                <a:ea typeface="Arial"/>
                <a:cs typeface="Arial"/>
                <a:sym typeface="Arial"/>
              </a:rPr>
              <a:t>Assunto </a:t>
            </a:r>
            <a:endParaRPr sz="7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7F7673"/>
                </a:solidFill>
                <a:latin typeface="Arial"/>
                <a:ea typeface="Arial"/>
                <a:cs typeface="Arial"/>
                <a:sym typeface="Arial"/>
              </a:rPr>
              <a:t>Descrição do assunto</a:t>
            </a:r>
            <a:endParaRPr sz="7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7F767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7F7673"/>
                </a:solidFill>
                <a:latin typeface="Arial"/>
                <a:ea typeface="Arial"/>
                <a:cs typeface="Arial"/>
                <a:sym typeface="Arial"/>
              </a:rPr>
              <a:t>Assunto </a:t>
            </a:r>
            <a:endParaRPr sz="7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7F7673"/>
                </a:solidFill>
                <a:latin typeface="Arial"/>
                <a:ea typeface="Arial"/>
                <a:cs typeface="Arial"/>
                <a:sym typeface="Arial"/>
              </a:rPr>
              <a:t>Descrição do assunto</a:t>
            </a:r>
            <a:endParaRPr sz="7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7F767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7F7673"/>
                </a:solidFill>
                <a:latin typeface="Arial"/>
                <a:ea typeface="Arial"/>
                <a:cs typeface="Arial"/>
                <a:sym typeface="Arial"/>
              </a:rPr>
              <a:t>Assunto </a:t>
            </a:r>
            <a:endParaRPr sz="7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7F7673"/>
                </a:solidFill>
                <a:latin typeface="Arial"/>
                <a:ea typeface="Arial"/>
                <a:cs typeface="Arial"/>
                <a:sym typeface="Arial"/>
              </a:rPr>
              <a:t>Descrição do assunto</a:t>
            </a:r>
            <a:endParaRPr sz="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eta cinza indicando para a direita que há mais conteúdo a seguir" id="203" name="Google Shape;203;p33"/>
          <p:cNvSpPr/>
          <p:nvPr/>
        </p:nvSpPr>
        <p:spPr>
          <a:xfrm>
            <a:off x="514350" y="4308416"/>
            <a:ext cx="405622" cy="182161"/>
          </a:xfrm>
          <a:custGeom>
            <a:rect b="b" l="l" r="r" t="t"/>
            <a:pathLst>
              <a:path extrusionOk="0" h="364322" w="811243">
                <a:moveTo>
                  <a:pt x="0" y="0"/>
                </a:moveTo>
                <a:lnTo>
                  <a:pt x="811243" y="0"/>
                </a:lnTo>
                <a:lnTo>
                  <a:pt x="811243" y="364322"/>
                </a:lnTo>
                <a:lnTo>
                  <a:pt x="0" y="3643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" name="Google Shape;204;p33"/>
          <p:cNvSpPr txBox="1"/>
          <p:nvPr/>
        </p:nvSpPr>
        <p:spPr>
          <a:xfrm>
            <a:off x="514350" y="805908"/>
            <a:ext cx="4373655" cy="54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200" u="none" cap="none" strike="noStrike">
                <a:solidFill>
                  <a:srgbClr val="5B5654"/>
                </a:solidFill>
                <a:latin typeface="Arial"/>
                <a:ea typeface="Arial"/>
                <a:cs typeface="Arial"/>
                <a:sym typeface="Arial"/>
              </a:rPr>
              <a:t>Título da página</a:t>
            </a:r>
            <a:endParaRPr sz="700"/>
          </a:p>
        </p:txBody>
      </p:sp>
      <p:sp>
        <p:nvSpPr>
          <p:cNvPr id="205" name="Google Shape;205;p33"/>
          <p:cNvSpPr/>
          <p:nvPr/>
        </p:nvSpPr>
        <p:spPr>
          <a:xfrm>
            <a:off x="5259985" y="-1311558"/>
            <a:ext cx="5198576" cy="4854171"/>
          </a:xfrm>
          <a:custGeom>
            <a:rect b="b" l="l" r="r" t="t"/>
            <a:pathLst>
              <a:path extrusionOk="0" h="9708341" w="10397152">
                <a:moveTo>
                  <a:pt x="0" y="0"/>
                </a:moveTo>
                <a:lnTo>
                  <a:pt x="10397152" y="0"/>
                </a:lnTo>
                <a:lnTo>
                  <a:pt x="10397152" y="9708341"/>
                </a:lnTo>
                <a:lnTo>
                  <a:pt x="0" y="97083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06" name="Google Shape;206;p33"/>
          <p:cNvCxnSpPr/>
          <p:nvPr/>
        </p:nvCxnSpPr>
        <p:spPr>
          <a:xfrm>
            <a:off x="0" y="4633913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FF7A0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p33"/>
          <p:cNvSpPr txBox="1"/>
          <p:nvPr/>
        </p:nvSpPr>
        <p:spPr>
          <a:xfrm>
            <a:off x="514350" y="1735122"/>
            <a:ext cx="3784969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14300" lvl="1" marL="215900" marR="0" rtl="0" algn="l">
              <a:lnSpc>
                <a:spcPct val="150025"/>
              </a:lnSpc>
              <a:spcBef>
                <a:spcPts val="0"/>
              </a:spcBef>
              <a:spcAft>
                <a:spcPts val="0"/>
              </a:spcAft>
              <a:buClr>
                <a:srgbClr val="7F7673"/>
              </a:buClr>
              <a:buSzPts val="1000"/>
              <a:buFont typeface="Arial"/>
              <a:buChar char="•"/>
            </a:pPr>
            <a:r>
              <a:rPr b="1" i="0" lang="en" sz="1000" u="none" cap="none" strike="noStrike">
                <a:solidFill>
                  <a:srgbClr val="7F7673"/>
                </a:solidFill>
                <a:latin typeface="Arial"/>
                <a:ea typeface="Arial"/>
                <a:cs typeface="Arial"/>
                <a:sym typeface="Arial"/>
              </a:rPr>
              <a:t>Item: </a:t>
            </a:r>
            <a:r>
              <a:rPr b="0" i="0" lang="en" sz="1000" u="none" cap="none" strike="noStrike">
                <a:solidFill>
                  <a:srgbClr val="7F7673"/>
                </a:solidFill>
                <a:latin typeface="Arial"/>
                <a:ea typeface="Arial"/>
                <a:cs typeface="Arial"/>
                <a:sym typeface="Arial"/>
              </a:rPr>
              <a:t>Descrição do item</a:t>
            </a:r>
            <a:endParaRPr sz="700"/>
          </a:p>
          <a:p>
            <a:pPr indent="0" lvl="0" marL="0" marR="0" rtl="0" algn="l">
              <a:lnSpc>
                <a:spcPct val="15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7F767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1" marL="215900" marR="0" rtl="0" algn="l">
              <a:lnSpc>
                <a:spcPct val="150025"/>
              </a:lnSpc>
              <a:spcBef>
                <a:spcPts val="0"/>
              </a:spcBef>
              <a:spcAft>
                <a:spcPts val="0"/>
              </a:spcAft>
              <a:buClr>
                <a:srgbClr val="7F7673"/>
              </a:buClr>
              <a:buSzPts val="1000"/>
              <a:buFont typeface="Arial"/>
              <a:buChar char="•"/>
            </a:pPr>
            <a:r>
              <a:rPr b="1" i="0" lang="en" sz="1000" u="none" cap="none" strike="noStrike">
                <a:solidFill>
                  <a:srgbClr val="7F7673"/>
                </a:solidFill>
                <a:latin typeface="Arial"/>
                <a:ea typeface="Arial"/>
                <a:cs typeface="Arial"/>
                <a:sym typeface="Arial"/>
              </a:rPr>
              <a:t>Item: </a:t>
            </a:r>
            <a:r>
              <a:rPr b="0" i="0" lang="en" sz="1000" u="none" cap="none" strike="noStrike">
                <a:solidFill>
                  <a:srgbClr val="7F7673"/>
                </a:solidFill>
                <a:latin typeface="Arial"/>
                <a:ea typeface="Arial"/>
                <a:cs typeface="Arial"/>
                <a:sym typeface="Arial"/>
              </a:rPr>
              <a:t>Descrição do item</a:t>
            </a:r>
            <a:endParaRPr sz="700"/>
          </a:p>
          <a:p>
            <a:pPr indent="0" lvl="0" marL="0" marR="0" rtl="0" algn="l">
              <a:lnSpc>
                <a:spcPct val="15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7F767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1" marL="215900" marR="0" rtl="0" algn="l">
              <a:lnSpc>
                <a:spcPct val="150025"/>
              </a:lnSpc>
              <a:spcBef>
                <a:spcPts val="0"/>
              </a:spcBef>
              <a:spcAft>
                <a:spcPts val="0"/>
              </a:spcAft>
              <a:buClr>
                <a:srgbClr val="7F7673"/>
              </a:buClr>
              <a:buSzPts val="1000"/>
              <a:buFont typeface="Arial"/>
              <a:buChar char="•"/>
            </a:pPr>
            <a:r>
              <a:rPr b="1" i="0" lang="en" sz="1000" u="none" cap="none" strike="noStrike">
                <a:solidFill>
                  <a:srgbClr val="7F7673"/>
                </a:solidFill>
                <a:latin typeface="Arial"/>
                <a:ea typeface="Arial"/>
                <a:cs typeface="Arial"/>
                <a:sym typeface="Arial"/>
              </a:rPr>
              <a:t>Item: </a:t>
            </a:r>
            <a:r>
              <a:rPr b="0" i="0" lang="en" sz="1000" u="none" cap="none" strike="noStrike">
                <a:solidFill>
                  <a:srgbClr val="7F7673"/>
                </a:solidFill>
                <a:latin typeface="Arial"/>
                <a:ea typeface="Arial"/>
                <a:cs typeface="Arial"/>
                <a:sym typeface="Arial"/>
              </a:rPr>
              <a:t>Descrição do item.</a:t>
            </a:r>
            <a:endParaRPr sz="700"/>
          </a:p>
          <a:p>
            <a:pPr indent="0" lvl="0" marL="0" marR="0" rtl="0" algn="l">
              <a:lnSpc>
                <a:spcPct val="15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7F767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1" marL="215900" marR="0" rtl="0" algn="l">
              <a:lnSpc>
                <a:spcPct val="150025"/>
              </a:lnSpc>
              <a:spcBef>
                <a:spcPts val="0"/>
              </a:spcBef>
              <a:spcAft>
                <a:spcPts val="0"/>
              </a:spcAft>
              <a:buClr>
                <a:srgbClr val="7F7673"/>
              </a:buClr>
              <a:buSzPts val="1000"/>
              <a:buFont typeface="Arial"/>
              <a:buChar char="•"/>
            </a:pPr>
            <a:r>
              <a:rPr b="1" i="0" lang="en" sz="1000" u="none" cap="none" strike="noStrike">
                <a:solidFill>
                  <a:srgbClr val="7F7673"/>
                </a:solidFill>
                <a:latin typeface="Arial"/>
                <a:ea typeface="Arial"/>
                <a:cs typeface="Arial"/>
                <a:sym typeface="Arial"/>
              </a:rPr>
              <a:t>Item: </a:t>
            </a:r>
            <a:r>
              <a:rPr b="0" i="0" lang="en" sz="1000" u="none" cap="none" strike="noStrike">
                <a:solidFill>
                  <a:srgbClr val="7F7673"/>
                </a:solidFill>
                <a:latin typeface="Arial"/>
                <a:ea typeface="Arial"/>
                <a:cs typeface="Arial"/>
                <a:sym typeface="Arial"/>
              </a:rPr>
              <a:t>Descrição do item</a:t>
            </a:r>
            <a:endParaRPr sz="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/>
          <p:nvPr/>
        </p:nvSpPr>
        <p:spPr>
          <a:xfrm>
            <a:off x="4572000" y="0"/>
            <a:ext cx="4572000" cy="3178601"/>
          </a:xfrm>
          <a:custGeom>
            <a:rect b="b" l="l" r="r" t="t"/>
            <a:pathLst>
              <a:path extrusionOk="0" h="6357201" w="9144000">
                <a:moveTo>
                  <a:pt x="0" y="0"/>
                </a:moveTo>
                <a:lnTo>
                  <a:pt x="9144000" y="0"/>
                </a:lnTo>
                <a:lnTo>
                  <a:pt x="9144000" y="6357201"/>
                </a:lnTo>
                <a:lnTo>
                  <a:pt x="0" y="63572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34"/>
          <p:cNvSpPr txBox="1"/>
          <p:nvPr/>
        </p:nvSpPr>
        <p:spPr>
          <a:xfrm>
            <a:off x="514350" y="2266950"/>
            <a:ext cx="3608078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500" u="none" cap="none" strike="noStrike">
                <a:solidFill>
                  <a:srgbClr val="FCFAFA"/>
                </a:solidFill>
                <a:latin typeface="Arial"/>
                <a:ea typeface="Arial"/>
                <a:cs typeface="Arial"/>
                <a:sym typeface="Arial"/>
              </a:rPr>
              <a:t>Capítulo</a:t>
            </a:r>
            <a:endParaRPr sz="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eta cinza indicando para a direita que há mais conteúdo a seguir" id="218" name="Google Shape;218;p35"/>
          <p:cNvSpPr/>
          <p:nvPr/>
        </p:nvSpPr>
        <p:spPr>
          <a:xfrm>
            <a:off x="514350" y="4308416"/>
            <a:ext cx="405622" cy="182161"/>
          </a:xfrm>
          <a:custGeom>
            <a:rect b="b" l="l" r="r" t="t"/>
            <a:pathLst>
              <a:path extrusionOk="0" h="364322" w="811243">
                <a:moveTo>
                  <a:pt x="0" y="0"/>
                </a:moveTo>
                <a:lnTo>
                  <a:pt x="811243" y="0"/>
                </a:lnTo>
                <a:lnTo>
                  <a:pt x="811243" y="364322"/>
                </a:lnTo>
                <a:lnTo>
                  <a:pt x="0" y="3643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35"/>
          <p:cNvSpPr txBox="1"/>
          <p:nvPr/>
        </p:nvSpPr>
        <p:spPr>
          <a:xfrm>
            <a:off x="514350" y="457200"/>
            <a:ext cx="4373655" cy="54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200" u="none" cap="none" strike="noStrike">
                <a:solidFill>
                  <a:srgbClr val="5B5654"/>
                </a:solidFill>
                <a:latin typeface="Arial"/>
                <a:ea typeface="Arial"/>
                <a:cs typeface="Arial"/>
                <a:sym typeface="Arial"/>
              </a:rPr>
              <a:t>Título da imagem</a:t>
            </a:r>
            <a:endParaRPr sz="700"/>
          </a:p>
        </p:txBody>
      </p:sp>
      <p:cxnSp>
        <p:nvCxnSpPr>
          <p:cNvPr id="220" name="Google Shape;220;p35"/>
          <p:cNvCxnSpPr/>
          <p:nvPr/>
        </p:nvCxnSpPr>
        <p:spPr>
          <a:xfrm>
            <a:off x="0" y="4633913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FF7A0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35"/>
          <p:cNvSpPr/>
          <p:nvPr/>
        </p:nvSpPr>
        <p:spPr>
          <a:xfrm>
            <a:off x="536264" y="1048693"/>
            <a:ext cx="7247421" cy="3046113"/>
          </a:xfrm>
          <a:custGeom>
            <a:rect b="b" l="l" r="r" t="t"/>
            <a:pathLst>
              <a:path extrusionOk="0" h="812800" w="1933843">
                <a:moveTo>
                  <a:pt x="26706" y="0"/>
                </a:moveTo>
                <a:lnTo>
                  <a:pt x="1907137" y="0"/>
                </a:lnTo>
                <a:cubicBezTo>
                  <a:pt x="1914220" y="0"/>
                  <a:pt x="1921013" y="2814"/>
                  <a:pt x="1926021" y="7822"/>
                </a:cubicBezTo>
                <a:cubicBezTo>
                  <a:pt x="1931029" y="12830"/>
                  <a:pt x="1933843" y="19623"/>
                  <a:pt x="1933843" y="26706"/>
                </a:cubicBezTo>
                <a:lnTo>
                  <a:pt x="1933843" y="786094"/>
                </a:lnTo>
                <a:cubicBezTo>
                  <a:pt x="1933843" y="800843"/>
                  <a:pt x="1921886" y="812800"/>
                  <a:pt x="1907137" y="812800"/>
                </a:cubicBezTo>
                <a:lnTo>
                  <a:pt x="26706" y="812800"/>
                </a:lnTo>
                <a:cubicBezTo>
                  <a:pt x="11957" y="812800"/>
                  <a:pt x="0" y="800843"/>
                  <a:pt x="0" y="786094"/>
                </a:cubicBezTo>
                <a:lnTo>
                  <a:pt x="0" y="26706"/>
                </a:lnTo>
                <a:cubicBezTo>
                  <a:pt x="0" y="11957"/>
                  <a:pt x="11957" y="0"/>
                  <a:pt x="26706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2912" r="25058" t="0"/>
            </a:stretch>
          </a:blipFill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eta cinza indicando para a direita que há mais conteúdo a seguir" id="226" name="Google Shape;226;p36"/>
          <p:cNvSpPr/>
          <p:nvPr/>
        </p:nvSpPr>
        <p:spPr>
          <a:xfrm>
            <a:off x="514350" y="4308416"/>
            <a:ext cx="405622" cy="182161"/>
          </a:xfrm>
          <a:custGeom>
            <a:rect b="b" l="l" r="r" t="t"/>
            <a:pathLst>
              <a:path extrusionOk="0" h="364322" w="811243">
                <a:moveTo>
                  <a:pt x="0" y="0"/>
                </a:moveTo>
                <a:lnTo>
                  <a:pt x="811243" y="0"/>
                </a:lnTo>
                <a:lnTo>
                  <a:pt x="811243" y="364322"/>
                </a:lnTo>
                <a:lnTo>
                  <a:pt x="0" y="3643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7" name="Google Shape;227;p36"/>
          <p:cNvSpPr txBox="1"/>
          <p:nvPr/>
        </p:nvSpPr>
        <p:spPr>
          <a:xfrm>
            <a:off x="514350" y="457200"/>
            <a:ext cx="4373655" cy="54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200" u="none" cap="none" strike="noStrike">
                <a:solidFill>
                  <a:srgbClr val="5B5654"/>
                </a:solidFill>
                <a:latin typeface="Arial"/>
                <a:ea typeface="Arial"/>
                <a:cs typeface="Arial"/>
                <a:sym typeface="Arial"/>
              </a:rPr>
              <a:t>Título da página</a:t>
            </a:r>
            <a:endParaRPr sz="700"/>
          </a:p>
        </p:txBody>
      </p:sp>
      <p:sp>
        <p:nvSpPr>
          <p:cNvPr id="228" name="Google Shape;228;p36"/>
          <p:cNvSpPr txBox="1"/>
          <p:nvPr/>
        </p:nvSpPr>
        <p:spPr>
          <a:xfrm>
            <a:off x="7192480" y="476250"/>
            <a:ext cx="641412" cy="339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Antes</a:t>
            </a:r>
            <a:endParaRPr sz="700"/>
          </a:p>
        </p:txBody>
      </p:sp>
      <p:sp>
        <p:nvSpPr>
          <p:cNvPr id="229" name="Google Shape;229;p36"/>
          <p:cNvSpPr txBox="1"/>
          <p:nvPr/>
        </p:nvSpPr>
        <p:spPr>
          <a:xfrm>
            <a:off x="581692" y="1649217"/>
            <a:ext cx="3692920" cy="151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7F7673"/>
                </a:solidFill>
                <a:latin typeface="Arial"/>
                <a:ea typeface="Arial"/>
                <a:cs typeface="Arial"/>
                <a:sym typeface="Arial"/>
              </a:rPr>
              <a:t>Assunto </a:t>
            </a:r>
            <a:endParaRPr sz="7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7F7673"/>
                </a:solidFill>
                <a:latin typeface="Arial"/>
                <a:ea typeface="Arial"/>
                <a:cs typeface="Arial"/>
                <a:sym typeface="Arial"/>
              </a:rPr>
              <a:t>Descrição do assunto</a:t>
            </a:r>
            <a:endParaRPr sz="7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7F767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7F7673"/>
                </a:solidFill>
                <a:latin typeface="Arial"/>
                <a:ea typeface="Arial"/>
                <a:cs typeface="Arial"/>
                <a:sym typeface="Arial"/>
              </a:rPr>
              <a:t>Assunto </a:t>
            </a:r>
            <a:endParaRPr sz="7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7F7673"/>
                </a:solidFill>
                <a:latin typeface="Arial"/>
                <a:ea typeface="Arial"/>
                <a:cs typeface="Arial"/>
                <a:sym typeface="Arial"/>
              </a:rPr>
              <a:t>Descrição do assunto</a:t>
            </a:r>
            <a:endParaRPr sz="7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7F767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7F7673"/>
                </a:solidFill>
                <a:latin typeface="Arial"/>
                <a:ea typeface="Arial"/>
                <a:cs typeface="Arial"/>
                <a:sym typeface="Arial"/>
              </a:rPr>
              <a:t>Assunto </a:t>
            </a:r>
            <a:endParaRPr sz="7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7F7673"/>
                </a:solidFill>
                <a:latin typeface="Arial"/>
                <a:ea typeface="Arial"/>
                <a:cs typeface="Arial"/>
                <a:sym typeface="Arial"/>
              </a:rPr>
              <a:t>Descrição do assunto</a:t>
            </a:r>
            <a:endParaRPr sz="700"/>
          </a:p>
        </p:txBody>
      </p:sp>
      <p:sp>
        <p:nvSpPr>
          <p:cNvPr id="230" name="Google Shape;230;p36"/>
          <p:cNvSpPr/>
          <p:nvPr/>
        </p:nvSpPr>
        <p:spPr>
          <a:xfrm>
            <a:off x="6396721" y="960055"/>
            <a:ext cx="2232930" cy="4739268"/>
          </a:xfrm>
          <a:custGeom>
            <a:rect b="b" l="l" r="r" t="t"/>
            <a:pathLst>
              <a:path extrusionOk="0" h="1264588" w="595817">
                <a:moveTo>
                  <a:pt x="86679" y="0"/>
                </a:moveTo>
                <a:lnTo>
                  <a:pt x="509138" y="0"/>
                </a:lnTo>
                <a:cubicBezTo>
                  <a:pt x="532126" y="0"/>
                  <a:pt x="554174" y="9132"/>
                  <a:pt x="570429" y="25388"/>
                </a:cubicBezTo>
                <a:cubicBezTo>
                  <a:pt x="586684" y="41643"/>
                  <a:pt x="595817" y="63690"/>
                  <a:pt x="595817" y="86679"/>
                </a:cubicBezTo>
                <a:lnTo>
                  <a:pt x="595817" y="1177909"/>
                </a:lnTo>
                <a:cubicBezTo>
                  <a:pt x="595817" y="1200897"/>
                  <a:pt x="586684" y="1222945"/>
                  <a:pt x="570429" y="1239200"/>
                </a:cubicBezTo>
                <a:cubicBezTo>
                  <a:pt x="554174" y="1255456"/>
                  <a:pt x="532126" y="1264588"/>
                  <a:pt x="509138" y="1264588"/>
                </a:cubicBezTo>
                <a:lnTo>
                  <a:pt x="86679" y="1264588"/>
                </a:lnTo>
                <a:cubicBezTo>
                  <a:pt x="63690" y="1264588"/>
                  <a:pt x="41643" y="1255456"/>
                  <a:pt x="25388" y="1239200"/>
                </a:cubicBezTo>
                <a:cubicBezTo>
                  <a:pt x="9132" y="1222945"/>
                  <a:pt x="0" y="1200897"/>
                  <a:pt x="0" y="1177909"/>
                </a:cubicBezTo>
                <a:lnTo>
                  <a:pt x="0" y="86679"/>
                </a:lnTo>
                <a:cubicBezTo>
                  <a:pt x="0" y="63690"/>
                  <a:pt x="9132" y="41643"/>
                  <a:pt x="25388" y="25388"/>
                </a:cubicBezTo>
                <a:cubicBezTo>
                  <a:pt x="41643" y="9132"/>
                  <a:pt x="63690" y="0"/>
                  <a:pt x="86679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35726" l="-106819" r="-143235" t="0"/>
            </a:stretch>
          </a:blipFill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/>
          <p:nvPr/>
        </p:nvSpPr>
        <p:spPr>
          <a:xfrm>
            <a:off x="4572000" y="0"/>
            <a:ext cx="4572000" cy="3178601"/>
          </a:xfrm>
          <a:custGeom>
            <a:rect b="b" l="l" r="r" t="t"/>
            <a:pathLst>
              <a:path extrusionOk="0" h="6357201" w="9144000">
                <a:moveTo>
                  <a:pt x="0" y="0"/>
                </a:moveTo>
                <a:lnTo>
                  <a:pt x="9144000" y="0"/>
                </a:lnTo>
                <a:lnTo>
                  <a:pt x="9144000" y="6357201"/>
                </a:lnTo>
                <a:lnTo>
                  <a:pt x="0" y="63572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6" name="Google Shape;236;p37"/>
          <p:cNvSpPr txBox="1"/>
          <p:nvPr/>
        </p:nvSpPr>
        <p:spPr>
          <a:xfrm>
            <a:off x="514350" y="2266950"/>
            <a:ext cx="3608078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500" u="none" cap="none" strike="noStrike">
                <a:solidFill>
                  <a:srgbClr val="FCFAFA"/>
                </a:solidFill>
                <a:latin typeface="Arial"/>
                <a:ea typeface="Arial"/>
                <a:cs typeface="Arial"/>
                <a:sym typeface="Arial"/>
              </a:rPr>
              <a:t>Capítulo</a:t>
            </a:r>
            <a:endParaRPr sz="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eta cinza indicando para a direita que há mais conteúdo a seguir" id="241" name="Google Shape;241;p38"/>
          <p:cNvSpPr/>
          <p:nvPr/>
        </p:nvSpPr>
        <p:spPr>
          <a:xfrm>
            <a:off x="514350" y="4308416"/>
            <a:ext cx="405622" cy="182161"/>
          </a:xfrm>
          <a:custGeom>
            <a:rect b="b" l="l" r="r" t="t"/>
            <a:pathLst>
              <a:path extrusionOk="0" h="364322" w="811243">
                <a:moveTo>
                  <a:pt x="0" y="0"/>
                </a:moveTo>
                <a:lnTo>
                  <a:pt x="811243" y="0"/>
                </a:lnTo>
                <a:lnTo>
                  <a:pt x="811243" y="364322"/>
                </a:lnTo>
                <a:lnTo>
                  <a:pt x="0" y="3643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2" name="Google Shape;242;p38"/>
          <p:cNvSpPr txBox="1"/>
          <p:nvPr/>
        </p:nvSpPr>
        <p:spPr>
          <a:xfrm>
            <a:off x="514350" y="548871"/>
            <a:ext cx="6482124" cy="54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200" u="none" cap="none" strike="noStrike">
                <a:solidFill>
                  <a:srgbClr val="5B5654"/>
                </a:solidFill>
                <a:latin typeface="Arial"/>
                <a:ea typeface="Arial"/>
                <a:cs typeface="Arial"/>
                <a:sym typeface="Arial"/>
              </a:rPr>
              <a:t>Título da página</a:t>
            </a:r>
            <a:endParaRPr sz="700"/>
          </a:p>
        </p:txBody>
      </p:sp>
      <p:sp>
        <p:nvSpPr>
          <p:cNvPr id="243" name="Google Shape;243;p38"/>
          <p:cNvSpPr txBox="1"/>
          <p:nvPr/>
        </p:nvSpPr>
        <p:spPr>
          <a:xfrm>
            <a:off x="514350" y="1291804"/>
            <a:ext cx="6482124" cy="206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7F7673"/>
                </a:solidFill>
                <a:latin typeface="Arial"/>
                <a:ea typeface="Arial"/>
                <a:cs typeface="Arial"/>
                <a:sym typeface="Arial"/>
              </a:rPr>
              <a:t>Texto</a:t>
            </a:r>
            <a:endParaRPr sz="700"/>
          </a:p>
        </p:txBody>
      </p:sp>
      <p:sp>
        <p:nvSpPr>
          <p:cNvPr id="244" name="Google Shape;244;p38"/>
          <p:cNvSpPr/>
          <p:nvPr/>
        </p:nvSpPr>
        <p:spPr>
          <a:xfrm>
            <a:off x="6683895" y="-1311558"/>
            <a:ext cx="3774665" cy="3524593"/>
          </a:xfrm>
          <a:custGeom>
            <a:rect b="b" l="l" r="r" t="t"/>
            <a:pathLst>
              <a:path extrusionOk="0" h="7049187" w="7549330">
                <a:moveTo>
                  <a:pt x="0" y="0"/>
                </a:moveTo>
                <a:lnTo>
                  <a:pt x="7549330" y="0"/>
                </a:lnTo>
                <a:lnTo>
                  <a:pt x="7549330" y="7049187"/>
                </a:lnTo>
                <a:lnTo>
                  <a:pt x="0" y="70491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5" name="Google Shape;245;p38"/>
          <p:cNvSpPr/>
          <p:nvPr/>
        </p:nvSpPr>
        <p:spPr>
          <a:xfrm>
            <a:off x="514350" y="2039574"/>
            <a:ext cx="7247421" cy="641063"/>
          </a:xfrm>
          <a:custGeom>
            <a:rect b="b" l="l" r="r" t="t"/>
            <a:pathLst>
              <a:path extrusionOk="0" h="171056" w="1933843">
                <a:moveTo>
                  <a:pt x="8546" y="0"/>
                </a:moveTo>
                <a:lnTo>
                  <a:pt x="1925297" y="0"/>
                </a:lnTo>
                <a:cubicBezTo>
                  <a:pt x="1927564" y="0"/>
                  <a:pt x="1929737" y="900"/>
                  <a:pt x="1931340" y="2503"/>
                </a:cubicBezTo>
                <a:cubicBezTo>
                  <a:pt x="1932942" y="4106"/>
                  <a:pt x="1933843" y="6279"/>
                  <a:pt x="1933843" y="8546"/>
                </a:cubicBezTo>
                <a:lnTo>
                  <a:pt x="1933843" y="162510"/>
                </a:lnTo>
                <a:cubicBezTo>
                  <a:pt x="1933843" y="167230"/>
                  <a:pt x="1930017" y="171056"/>
                  <a:pt x="1925297" y="171056"/>
                </a:cubicBezTo>
                <a:lnTo>
                  <a:pt x="8546" y="171056"/>
                </a:lnTo>
                <a:cubicBezTo>
                  <a:pt x="3826" y="171056"/>
                  <a:pt x="0" y="167230"/>
                  <a:pt x="0" y="162510"/>
                </a:cubicBezTo>
                <a:lnTo>
                  <a:pt x="0" y="8546"/>
                </a:lnTo>
                <a:cubicBezTo>
                  <a:pt x="0" y="3826"/>
                  <a:pt x="3826" y="0"/>
                  <a:pt x="8546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375172" l="-32912" r="25058" t="0"/>
            </a:stretch>
          </a:blipFill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8"/>
          <p:cNvSpPr/>
          <p:nvPr/>
        </p:nvSpPr>
        <p:spPr>
          <a:xfrm>
            <a:off x="514350" y="2909237"/>
            <a:ext cx="7247421" cy="1025871"/>
          </a:xfrm>
          <a:custGeom>
            <a:rect b="b" l="l" r="r" t="t"/>
            <a:pathLst>
              <a:path extrusionOk="0" h="273735" w="1933843">
                <a:moveTo>
                  <a:pt x="8546" y="0"/>
                </a:moveTo>
                <a:lnTo>
                  <a:pt x="1925297" y="0"/>
                </a:lnTo>
                <a:cubicBezTo>
                  <a:pt x="1927564" y="0"/>
                  <a:pt x="1929737" y="900"/>
                  <a:pt x="1931340" y="2503"/>
                </a:cubicBezTo>
                <a:cubicBezTo>
                  <a:pt x="1932942" y="4106"/>
                  <a:pt x="1933843" y="6279"/>
                  <a:pt x="1933843" y="8546"/>
                </a:cubicBezTo>
                <a:lnTo>
                  <a:pt x="1933843" y="265189"/>
                </a:lnTo>
                <a:cubicBezTo>
                  <a:pt x="1933843" y="269909"/>
                  <a:pt x="1930017" y="273735"/>
                  <a:pt x="1925297" y="273735"/>
                </a:cubicBezTo>
                <a:lnTo>
                  <a:pt x="8546" y="273735"/>
                </a:lnTo>
                <a:cubicBezTo>
                  <a:pt x="3826" y="273735"/>
                  <a:pt x="0" y="269909"/>
                  <a:pt x="0" y="265189"/>
                </a:cubicBezTo>
                <a:lnTo>
                  <a:pt x="0" y="8546"/>
                </a:lnTo>
                <a:cubicBezTo>
                  <a:pt x="0" y="3826"/>
                  <a:pt x="3826" y="0"/>
                  <a:pt x="8546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96930" l="-32912" r="25058" t="0"/>
            </a:stretch>
          </a:blipFill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1" name="Google Shape;251;p39"/>
          <p:cNvCxnSpPr/>
          <p:nvPr/>
        </p:nvCxnSpPr>
        <p:spPr>
          <a:xfrm>
            <a:off x="514350" y="4629150"/>
            <a:ext cx="8115300" cy="0"/>
          </a:xfrm>
          <a:prstGeom prst="straightConnector1">
            <a:avLst/>
          </a:prstGeom>
          <a:noFill/>
          <a:ln cap="flat" cmpd="sng" w="19050">
            <a:solidFill>
              <a:srgbClr val="FF7A0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2" name="Google Shape;252;p39"/>
          <p:cNvGrpSpPr/>
          <p:nvPr/>
        </p:nvGrpSpPr>
        <p:grpSpPr>
          <a:xfrm>
            <a:off x="514350" y="-1593322"/>
            <a:ext cx="5531087" cy="6222472"/>
            <a:chOff x="0" y="0"/>
            <a:chExt cx="5370413" cy="6041715"/>
          </a:xfrm>
        </p:grpSpPr>
        <p:sp>
          <p:nvSpPr>
            <p:cNvPr id="253" name="Google Shape;253;p39"/>
            <p:cNvSpPr/>
            <p:nvPr/>
          </p:nvSpPr>
          <p:spPr>
            <a:xfrm>
              <a:off x="0" y="0"/>
              <a:ext cx="5370413" cy="6041715"/>
            </a:xfrm>
            <a:custGeom>
              <a:rect b="b" l="l" r="r" t="t"/>
              <a:pathLst>
                <a:path extrusionOk="0" h="6041715" w="5370413">
                  <a:moveTo>
                    <a:pt x="0" y="6041715"/>
                  </a:moveTo>
                  <a:lnTo>
                    <a:pt x="0" y="0"/>
                  </a:lnTo>
                  <a:cubicBezTo>
                    <a:pt x="1790138" y="2013905"/>
                    <a:pt x="3580275" y="4027810"/>
                    <a:pt x="5370413" y="6041715"/>
                  </a:cubicBezTo>
                  <a:lnTo>
                    <a:pt x="0" y="6041715"/>
                  </a:lnTo>
                  <a:close/>
                </a:path>
              </a:pathLst>
            </a:custGeom>
            <a:solidFill>
              <a:srgbClr val="F9D5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39"/>
            <p:cNvSpPr/>
            <p:nvPr/>
          </p:nvSpPr>
          <p:spPr>
            <a:xfrm>
              <a:off x="0" y="0"/>
              <a:ext cx="5370413" cy="6041715"/>
            </a:xfrm>
            <a:custGeom>
              <a:rect b="b" l="l" r="r" t="t"/>
              <a:pathLst>
                <a:path extrusionOk="0" h="6041715" w="5370413">
                  <a:moveTo>
                    <a:pt x="0" y="6041715"/>
                  </a:moveTo>
                  <a:lnTo>
                    <a:pt x="0" y="0"/>
                  </a:lnTo>
                  <a:cubicBezTo>
                    <a:pt x="1790138" y="2013905"/>
                    <a:pt x="3580275" y="4027810"/>
                    <a:pt x="5370413" y="6041715"/>
                  </a:cubicBezTo>
                  <a:lnTo>
                    <a:pt x="0" y="6041715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-94342" r="-94342" t="0"/>
              </a:stretch>
            </a:blip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5" name="Google Shape;255;p39"/>
          <p:cNvGrpSpPr/>
          <p:nvPr/>
        </p:nvGrpSpPr>
        <p:grpSpPr>
          <a:xfrm>
            <a:off x="0" y="-325488"/>
            <a:ext cx="9144000" cy="839838"/>
            <a:chOff x="0" y="-171450"/>
            <a:chExt cx="4816593" cy="442383"/>
          </a:xfrm>
        </p:grpSpPr>
        <p:sp>
          <p:nvSpPr>
            <p:cNvPr id="256" name="Google Shape;256;p39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</p:sp>
        <p:sp>
          <p:nvSpPr>
            <p:cNvPr id="257" name="Google Shape;257;p39"/>
            <p:cNvSpPr txBox="1"/>
            <p:nvPr/>
          </p:nvSpPr>
          <p:spPr>
            <a:xfrm>
              <a:off x="0" y="-171450"/>
              <a:ext cx="4816593" cy="4423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6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8" name="Google Shape;258;p39"/>
          <p:cNvSpPr txBox="1"/>
          <p:nvPr/>
        </p:nvSpPr>
        <p:spPr>
          <a:xfrm>
            <a:off x="5002308" y="579271"/>
            <a:ext cx="3325493" cy="5426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200" u="none" cap="none" strike="noStrike">
                <a:solidFill>
                  <a:srgbClr val="EFE8E6"/>
                </a:solidFill>
                <a:latin typeface="Arial"/>
                <a:ea typeface="Arial"/>
                <a:cs typeface="Arial"/>
                <a:sym typeface="Arial"/>
              </a:rPr>
              <a:t>Título da página</a:t>
            </a:r>
            <a:endParaRPr sz="700"/>
          </a:p>
        </p:txBody>
      </p:sp>
      <p:sp>
        <p:nvSpPr>
          <p:cNvPr id="259" name="Google Shape;259;p39"/>
          <p:cNvSpPr txBox="1"/>
          <p:nvPr/>
        </p:nvSpPr>
        <p:spPr>
          <a:xfrm>
            <a:off x="5002308" y="1283768"/>
            <a:ext cx="2976978" cy="208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E5DDDA"/>
                </a:solidFill>
                <a:latin typeface="Arial"/>
                <a:ea typeface="Arial"/>
                <a:cs typeface="Arial"/>
                <a:sym typeface="Arial"/>
              </a:rPr>
              <a:t>Descrição</a:t>
            </a:r>
            <a:endParaRPr sz="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4" name="Google Shape;264;p40"/>
          <p:cNvCxnSpPr/>
          <p:nvPr/>
        </p:nvCxnSpPr>
        <p:spPr>
          <a:xfrm>
            <a:off x="514350" y="4633913"/>
            <a:ext cx="8115300" cy="0"/>
          </a:xfrm>
          <a:prstGeom prst="straightConnector1">
            <a:avLst/>
          </a:prstGeom>
          <a:noFill/>
          <a:ln cap="flat" cmpd="sng" w="19050">
            <a:solidFill>
              <a:srgbClr val="FF7A0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40"/>
          <p:cNvSpPr txBox="1"/>
          <p:nvPr/>
        </p:nvSpPr>
        <p:spPr>
          <a:xfrm>
            <a:off x="514350" y="1952625"/>
            <a:ext cx="5693390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500" u="none" cap="none" strike="noStrike">
                <a:solidFill>
                  <a:srgbClr val="FCFAFA"/>
                </a:solidFill>
                <a:latin typeface="Arial"/>
                <a:ea typeface="Arial"/>
                <a:cs typeface="Arial"/>
                <a:sym typeface="Arial"/>
              </a:rPr>
              <a:t>Narrativa... continue a narrativa aqui</a:t>
            </a:r>
            <a:endParaRPr sz="7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eta cinza indicando para a direita que há mais conteúdo a seguir" id="270" name="Google Shape;270;p41"/>
          <p:cNvSpPr/>
          <p:nvPr/>
        </p:nvSpPr>
        <p:spPr>
          <a:xfrm>
            <a:off x="514350" y="4308416"/>
            <a:ext cx="405622" cy="182161"/>
          </a:xfrm>
          <a:custGeom>
            <a:rect b="b" l="l" r="r" t="t"/>
            <a:pathLst>
              <a:path extrusionOk="0" h="364322" w="811243">
                <a:moveTo>
                  <a:pt x="0" y="0"/>
                </a:moveTo>
                <a:lnTo>
                  <a:pt x="811243" y="0"/>
                </a:lnTo>
                <a:lnTo>
                  <a:pt x="811243" y="364322"/>
                </a:lnTo>
                <a:lnTo>
                  <a:pt x="0" y="3643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71" name="Google Shape;271;p41"/>
          <p:cNvGrpSpPr/>
          <p:nvPr/>
        </p:nvGrpSpPr>
        <p:grpSpPr>
          <a:xfrm>
            <a:off x="3010290" y="2670868"/>
            <a:ext cx="293110" cy="293110"/>
            <a:chOff x="0" y="0"/>
            <a:chExt cx="781628" cy="781628"/>
          </a:xfrm>
        </p:grpSpPr>
        <p:grpSp>
          <p:nvGrpSpPr>
            <p:cNvPr id="272" name="Google Shape;272;p41"/>
            <p:cNvGrpSpPr/>
            <p:nvPr/>
          </p:nvGrpSpPr>
          <p:grpSpPr>
            <a:xfrm>
              <a:off x="0" y="0"/>
              <a:ext cx="781628" cy="781628"/>
              <a:chOff x="0" y="0"/>
              <a:chExt cx="812800" cy="812800"/>
            </a:xfrm>
          </p:grpSpPr>
          <p:sp>
            <p:nvSpPr>
              <p:cNvPr id="273" name="Google Shape;273;p4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2A29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4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24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5" name="Google Shape;275;p41"/>
            <p:cNvGrpSpPr/>
            <p:nvPr/>
          </p:nvGrpSpPr>
          <p:grpSpPr>
            <a:xfrm rot="5400000">
              <a:off x="342009" y="275151"/>
              <a:ext cx="252072" cy="231326"/>
              <a:chOff x="45077" y="68848"/>
              <a:chExt cx="198340" cy="182016"/>
            </a:xfrm>
          </p:grpSpPr>
          <p:sp>
            <p:nvSpPr>
              <p:cNvPr id="276" name="Google Shape;276;p41"/>
              <p:cNvSpPr/>
              <p:nvPr/>
            </p:nvSpPr>
            <p:spPr>
              <a:xfrm>
                <a:off x="60796" y="83707"/>
                <a:ext cx="166902" cy="167157"/>
              </a:xfrm>
              <a:custGeom>
                <a:rect b="b" l="l" r="r" t="t"/>
                <a:pathLst>
                  <a:path extrusionOk="0" h="167157" w="166902">
                    <a:moveTo>
                      <a:pt x="155574" y="41725"/>
                    </a:moveTo>
                    <a:lnTo>
                      <a:pt x="155795" y="42109"/>
                    </a:lnTo>
                    <a:cubicBezTo>
                      <a:pt x="170643" y="67932"/>
                      <a:pt x="170601" y="99712"/>
                      <a:pt x="155685" y="125496"/>
                    </a:cubicBezTo>
                    <a:cubicBezTo>
                      <a:pt x="140768" y="151279"/>
                      <a:pt x="113239" y="167157"/>
                      <a:pt x="83451" y="167157"/>
                    </a:cubicBezTo>
                    <a:lnTo>
                      <a:pt x="83451" y="167157"/>
                    </a:lnTo>
                    <a:cubicBezTo>
                      <a:pt x="53663" y="167157"/>
                      <a:pt x="26134" y="151279"/>
                      <a:pt x="11217" y="125496"/>
                    </a:cubicBezTo>
                    <a:cubicBezTo>
                      <a:pt x="-3699" y="99712"/>
                      <a:pt x="-3741" y="67932"/>
                      <a:pt x="11107" y="42109"/>
                    </a:cubicBezTo>
                    <a:lnTo>
                      <a:pt x="11327" y="41725"/>
                    </a:lnTo>
                    <a:cubicBezTo>
                      <a:pt x="26170" y="15912"/>
                      <a:pt x="53675" y="0"/>
                      <a:pt x="83451" y="0"/>
                    </a:cubicBezTo>
                    <a:cubicBezTo>
                      <a:pt x="113227" y="0"/>
                      <a:pt x="140732" y="15912"/>
                      <a:pt x="155574" y="41725"/>
                    </a:cubicBezTo>
                    <a:close/>
                  </a:path>
                </a:pathLst>
              </a:custGeom>
              <a:solidFill>
                <a:srgbClr val="F7F2F2"/>
              </a:solidFill>
              <a:ln cap="sq" cmpd="sng" w="19050">
                <a:solidFill>
                  <a:srgbClr val="2B2A2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41"/>
              <p:cNvSpPr txBox="1"/>
              <p:nvPr/>
            </p:nvSpPr>
            <p:spPr>
              <a:xfrm>
                <a:off x="45077" y="68848"/>
                <a:ext cx="198340" cy="1640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6375" lIns="6375" spcFirstLastPara="1" rIns="6375" wrap="square" tIns="6375">
                <a:noAutofit/>
              </a:bodyPr>
              <a:lstStyle/>
              <a:p>
                <a:pPr indent="0" lvl="0" marL="0" marR="0" rtl="0" algn="ctr">
                  <a:lnSpc>
                    <a:spcPct val="124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8" name="Google Shape;278;p41"/>
            <p:cNvGrpSpPr/>
            <p:nvPr/>
          </p:nvGrpSpPr>
          <p:grpSpPr>
            <a:xfrm rot="5400000">
              <a:off x="182596" y="275151"/>
              <a:ext cx="252072" cy="231326"/>
              <a:chOff x="45077" y="68848"/>
              <a:chExt cx="198340" cy="182016"/>
            </a:xfrm>
          </p:grpSpPr>
          <p:sp>
            <p:nvSpPr>
              <p:cNvPr id="279" name="Google Shape;279;p41"/>
              <p:cNvSpPr/>
              <p:nvPr/>
            </p:nvSpPr>
            <p:spPr>
              <a:xfrm>
                <a:off x="60796" y="83707"/>
                <a:ext cx="166902" cy="167157"/>
              </a:xfrm>
              <a:custGeom>
                <a:rect b="b" l="l" r="r" t="t"/>
                <a:pathLst>
                  <a:path extrusionOk="0" h="167157" w="166902">
                    <a:moveTo>
                      <a:pt x="155574" y="41725"/>
                    </a:moveTo>
                    <a:lnTo>
                      <a:pt x="155795" y="42109"/>
                    </a:lnTo>
                    <a:cubicBezTo>
                      <a:pt x="170643" y="67932"/>
                      <a:pt x="170601" y="99712"/>
                      <a:pt x="155685" y="125496"/>
                    </a:cubicBezTo>
                    <a:cubicBezTo>
                      <a:pt x="140768" y="151279"/>
                      <a:pt x="113239" y="167157"/>
                      <a:pt x="83451" y="167157"/>
                    </a:cubicBezTo>
                    <a:lnTo>
                      <a:pt x="83451" y="167157"/>
                    </a:lnTo>
                    <a:cubicBezTo>
                      <a:pt x="53663" y="167157"/>
                      <a:pt x="26134" y="151279"/>
                      <a:pt x="11217" y="125496"/>
                    </a:cubicBezTo>
                    <a:cubicBezTo>
                      <a:pt x="-3699" y="99712"/>
                      <a:pt x="-3741" y="67932"/>
                      <a:pt x="11107" y="42109"/>
                    </a:cubicBezTo>
                    <a:lnTo>
                      <a:pt x="11327" y="41725"/>
                    </a:lnTo>
                    <a:cubicBezTo>
                      <a:pt x="26170" y="15912"/>
                      <a:pt x="53675" y="0"/>
                      <a:pt x="83451" y="0"/>
                    </a:cubicBezTo>
                    <a:cubicBezTo>
                      <a:pt x="113227" y="0"/>
                      <a:pt x="140732" y="15912"/>
                      <a:pt x="155574" y="41725"/>
                    </a:cubicBezTo>
                    <a:close/>
                  </a:path>
                </a:pathLst>
              </a:custGeom>
              <a:solidFill>
                <a:srgbClr val="F7F2F2"/>
              </a:solidFill>
              <a:ln cap="sq" cmpd="sng" w="19050">
                <a:solidFill>
                  <a:srgbClr val="2B2A2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41"/>
              <p:cNvSpPr txBox="1"/>
              <p:nvPr/>
            </p:nvSpPr>
            <p:spPr>
              <a:xfrm>
                <a:off x="45077" y="68848"/>
                <a:ext cx="198340" cy="1640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6375" lIns="6375" spcFirstLastPara="1" rIns="6375" wrap="square" tIns="6375">
                <a:noAutofit/>
              </a:bodyPr>
              <a:lstStyle/>
              <a:p>
                <a:pPr indent="0" lvl="0" marL="0" marR="0" rtl="0" algn="ctr">
                  <a:lnSpc>
                    <a:spcPct val="124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1" name="Google Shape;281;p41"/>
          <p:cNvGrpSpPr/>
          <p:nvPr/>
        </p:nvGrpSpPr>
        <p:grpSpPr>
          <a:xfrm>
            <a:off x="5842747" y="2670868"/>
            <a:ext cx="293111" cy="293110"/>
            <a:chOff x="0" y="0"/>
            <a:chExt cx="781628" cy="781628"/>
          </a:xfrm>
        </p:grpSpPr>
        <p:grpSp>
          <p:nvGrpSpPr>
            <p:cNvPr id="282" name="Google Shape;282;p41"/>
            <p:cNvGrpSpPr/>
            <p:nvPr/>
          </p:nvGrpSpPr>
          <p:grpSpPr>
            <a:xfrm>
              <a:off x="0" y="0"/>
              <a:ext cx="781628" cy="781628"/>
              <a:chOff x="0" y="0"/>
              <a:chExt cx="812800" cy="812800"/>
            </a:xfrm>
          </p:grpSpPr>
          <p:sp>
            <p:nvSpPr>
              <p:cNvPr id="283" name="Google Shape;283;p4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B2A29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4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24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5" name="Google Shape;285;p41"/>
            <p:cNvGrpSpPr/>
            <p:nvPr/>
          </p:nvGrpSpPr>
          <p:grpSpPr>
            <a:xfrm rot="5400000">
              <a:off x="342009" y="275151"/>
              <a:ext cx="252072" cy="231326"/>
              <a:chOff x="45077" y="68848"/>
              <a:chExt cx="198340" cy="182016"/>
            </a:xfrm>
          </p:grpSpPr>
          <p:sp>
            <p:nvSpPr>
              <p:cNvPr id="286" name="Google Shape;286;p41"/>
              <p:cNvSpPr/>
              <p:nvPr/>
            </p:nvSpPr>
            <p:spPr>
              <a:xfrm>
                <a:off x="60796" y="83707"/>
                <a:ext cx="166902" cy="167157"/>
              </a:xfrm>
              <a:custGeom>
                <a:rect b="b" l="l" r="r" t="t"/>
                <a:pathLst>
                  <a:path extrusionOk="0" h="167157" w="166902">
                    <a:moveTo>
                      <a:pt x="155574" y="41725"/>
                    </a:moveTo>
                    <a:lnTo>
                      <a:pt x="155795" y="42109"/>
                    </a:lnTo>
                    <a:cubicBezTo>
                      <a:pt x="170643" y="67932"/>
                      <a:pt x="170601" y="99712"/>
                      <a:pt x="155685" y="125496"/>
                    </a:cubicBezTo>
                    <a:cubicBezTo>
                      <a:pt x="140768" y="151279"/>
                      <a:pt x="113239" y="167157"/>
                      <a:pt x="83451" y="167157"/>
                    </a:cubicBezTo>
                    <a:lnTo>
                      <a:pt x="83451" y="167157"/>
                    </a:lnTo>
                    <a:cubicBezTo>
                      <a:pt x="53663" y="167157"/>
                      <a:pt x="26134" y="151279"/>
                      <a:pt x="11217" y="125496"/>
                    </a:cubicBezTo>
                    <a:cubicBezTo>
                      <a:pt x="-3699" y="99712"/>
                      <a:pt x="-3741" y="67932"/>
                      <a:pt x="11107" y="42109"/>
                    </a:cubicBezTo>
                    <a:lnTo>
                      <a:pt x="11327" y="41725"/>
                    </a:lnTo>
                    <a:cubicBezTo>
                      <a:pt x="26170" y="15912"/>
                      <a:pt x="53675" y="0"/>
                      <a:pt x="83451" y="0"/>
                    </a:cubicBezTo>
                    <a:cubicBezTo>
                      <a:pt x="113227" y="0"/>
                      <a:pt x="140732" y="15912"/>
                      <a:pt x="155574" y="41725"/>
                    </a:cubicBezTo>
                    <a:close/>
                  </a:path>
                </a:pathLst>
              </a:custGeom>
              <a:solidFill>
                <a:srgbClr val="F7F2F2"/>
              </a:solidFill>
              <a:ln cap="sq" cmpd="sng" w="19050">
                <a:solidFill>
                  <a:srgbClr val="2B2A2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41"/>
              <p:cNvSpPr txBox="1"/>
              <p:nvPr/>
            </p:nvSpPr>
            <p:spPr>
              <a:xfrm>
                <a:off x="45077" y="68848"/>
                <a:ext cx="198340" cy="1640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6375" lIns="6375" spcFirstLastPara="1" rIns="6375" wrap="square" tIns="6375">
                <a:noAutofit/>
              </a:bodyPr>
              <a:lstStyle/>
              <a:p>
                <a:pPr indent="0" lvl="0" marL="0" marR="0" rtl="0" algn="ctr">
                  <a:lnSpc>
                    <a:spcPct val="124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8" name="Google Shape;288;p41"/>
            <p:cNvGrpSpPr/>
            <p:nvPr/>
          </p:nvGrpSpPr>
          <p:grpSpPr>
            <a:xfrm rot="5400000">
              <a:off x="182596" y="275151"/>
              <a:ext cx="252072" cy="231326"/>
              <a:chOff x="45077" y="68848"/>
              <a:chExt cx="198340" cy="182016"/>
            </a:xfrm>
          </p:grpSpPr>
          <p:sp>
            <p:nvSpPr>
              <p:cNvPr id="289" name="Google Shape;289;p41"/>
              <p:cNvSpPr/>
              <p:nvPr/>
            </p:nvSpPr>
            <p:spPr>
              <a:xfrm>
                <a:off x="60796" y="83707"/>
                <a:ext cx="166902" cy="167157"/>
              </a:xfrm>
              <a:custGeom>
                <a:rect b="b" l="l" r="r" t="t"/>
                <a:pathLst>
                  <a:path extrusionOk="0" h="167157" w="166902">
                    <a:moveTo>
                      <a:pt x="155574" y="41725"/>
                    </a:moveTo>
                    <a:lnTo>
                      <a:pt x="155795" y="42109"/>
                    </a:lnTo>
                    <a:cubicBezTo>
                      <a:pt x="170643" y="67932"/>
                      <a:pt x="170601" y="99712"/>
                      <a:pt x="155685" y="125496"/>
                    </a:cubicBezTo>
                    <a:cubicBezTo>
                      <a:pt x="140768" y="151279"/>
                      <a:pt x="113239" y="167157"/>
                      <a:pt x="83451" y="167157"/>
                    </a:cubicBezTo>
                    <a:lnTo>
                      <a:pt x="83451" y="167157"/>
                    </a:lnTo>
                    <a:cubicBezTo>
                      <a:pt x="53663" y="167157"/>
                      <a:pt x="26134" y="151279"/>
                      <a:pt x="11217" y="125496"/>
                    </a:cubicBezTo>
                    <a:cubicBezTo>
                      <a:pt x="-3699" y="99712"/>
                      <a:pt x="-3741" y="67932"/>
                      <a:pt x="11107" y="42109"/>
                    </a:cubicBezTo>
                    <a:lnTo>
                      <a:pt x="11327" y="41725"/>
                    </a:lnTo>
                    <a:cubicBezTo>
                      <a:pt x="26170" y="15912"/>
                      <a:pt x="53675" y="0"/>
                      <a:pt x="83451" y="0"/>
                    </a:cubicBezTo>
                    <a:cubicBezTo>
                      <a:pt x="113227" y="0"/>
                      <a:pt x="140732" y="15912"/>
                      <a:pt x="155574" y="41725"/>
                    </a:cubicBezTo>
                    <a:close/>
                  </a:path>
                </a:pathLst>
              </a:custGeom>
              <a:solidFill>
                <a:srgbClr val="F7F2F2"/>
              </a:solidFill>
              <a:ln cap="sq" cmpd="sng" w="19050">
                <a:solidFill>
                  <a:srgbClr val="2B2A2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41"/>
              <p:cNvSpPr txBox="1"/>
              <p:nvPr/>
            </p:nvSpPr>
            <p:spPr>
              <a:xfrm>
                <a:off x="45077" y="68848"/>
                <a:ext cx="198340" cy="1640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6375" lIns="6375" spcFirstLastPara="1" rIns="6375" wrap="square" tIns="6375">
                <a:noAutofit/>
              </a:bodyPr>
              <a:lstStyle/>
              <a:p>
                <a:pPr indent="0" lvl="0" marL="0" marR="0" rtl="0" algn="ctr">
                  <a:lnSpc>
                    <a:spcPct val="124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91" name="Google Shape;291;p41"/>
          <p:cNvSpPr/>
          <p:nvPr/>
        </p:nvSpPr>
        <p:spPr>
          <a:xfrm>
            <a:off x="1383990" y="1696952"/>
            <a:ext cx="708961" cy="681489"/>
          </a:xfrm>
          <a:custGeom>
            <a:rect b="b" l="l" r="r" t="t"/>
            <a:pathLst>
              <a:path extrusionOk="0" h="1362978" w="1417922">
                <a:moveTo>
                  <a:pt x="0" y="0"/>
                </a:moveTo>
                <a:lnTo>
                  <a:pt x="1417922" y="0"/>
                </a:lnTo>
                <a:lnTo>
                  <a:pt x="1417922" y="1362978"/>
                </a:lnTo>
                <a:lnTo>
                  <a:pt x="0" y="13629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2" name="Google Shape;292;p41"/>
          <p:cNvSpPr/>
          <p:nvPr/>
        </p:nvSpPr>
        <p:spPr>
          <a:xfrm>
            <a:off x="4217816" y="1709084"/>
            <a:ext cx="710514" cy="657225"/>
          </a:xfrm>
          <a:custGeom>
            <a:rect b="b" l="l" r="r" t="t"/>
            <a:pathLst>
              <a:path extrusionOk="0" h="1314450" w="1421027">
                <a:moveTo>
                  <a:pt x="0" y="0"/>
                </a:moveTo>
                <a:lnTo>
                  <a:pt x="1421027" y="0"/>
                </a:lnTo>
                <a:lnTo>
                  <a:pt x="1421027" y="1314450"/>
                </a:ln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3" name="Google Shape;293;p41"/>
          <p:cNvSpPr/>
          <p:nvPr/>
        </p:nvSpPr>
        <p:spPr>
          <a:xfrm>
            <a:off x="7113736" y="1773807"/>
            <a:ext cx="728474" cy="604633"/>
          </a:xfrm>
          <a:custGeom>
            <a:rect b="b" l="l" r="r" t="t"/>
            <a:pathLst>
              <a:path extrusionOk="0" h="1209267" w="1456948">
                <a:moveTo>
                  <a:pt x="0" y="0"/>
                </a:moveTo>
                <a:lnTo>
                  <a:pt x="1456948" y="0"/>
                </a:lnTo>
                <a:lnTo>
                  <a:pt x="1456948" y="1209267"/>
                </a:lnTo>
                <a:lnTo>
                  <a:pt x="0" y="12092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4" name="Google Shape;294;p41"/>
          <p:cNvSpPr txBox="1"/>
          <p:nvPr/>
        </p:nvSpPr>
        <p:spPr>
          <a:xfrm>
            <a:off x="717161" y="2851046"/>
            <a:ext cx="2034521" cy="447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7F7673"/>
                </a:solidFill>
                <a:latin typeface="Arial"/>
                <a:ea typeface="Arial"/>
                <a:cs typeface="Arial"/>
                <a:sym typeface="Arial"/>
              </a:rPr>
              <a:t>Ação 1</a:t>
            </a:r>
            <a:endParaRPr sz="700"/>
          </a:p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7F767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7F7673"/>
                </a:solidFill>
                <a:latin typeface="Arial"/>
                <a:ea typeface="Arial"/>
                <a:cs typeface="Arial"/>
                <a:sym typeface="Arial"/>
              </a:rPr>
              <a:t>Descrição</a:t>
            </a:r>
            <a:endParaRPr sz="700"/>
          </a:p>
        </p:txBody>
      </p:sp>
      <p:sp>
        <p:nvSpPr>
          <p:cNvPr id="295" name="Google Shape;295;p41"/>
          <p:cNvSpPr txBox="1"/>
          <p:nvPr/>
        </p:nvSpPr>
        <p:spPr>
          <a:xfrm>
            <a:off x="514350" y="548871"/>
            <a:ext cx="4413455" cy="54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200" u="none" cap="none" strike="noStrike">
                <a:solidFill>
                  <a:srgbClr val="5B5654"/>
                </a:solidFill>
                <a:latin typeface="Arial"/>
                <a:ea typeface="Arial"/>
                <a:cs typeface="Arial"/>
                <a:sym typeface="Arial"/>
              </a:rPr>
              <a:t>Próximos passos</a:t>
            </a:r>
            <a:endParaRPr sz="700"/>
          </a:p>
        </p:txBody>
      </p:sp>
      <p:cxnSp>
        <p:nvCxnSpPr>
          <p:cNvPr id="296" name="Google Shape;296;p41"/>
          <p:cNvCxnSpPr/>
          <p:nvPr/>
        </p:nvCxnSpPr>
        <p:spPr>
          <a:xfrm>
            <a:off x="0" y="4633913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FF7A0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" name="Google Shape;297;p41"/>
          <p:cNvSpPr txBox="1"/>
          <p:nvPr/>
        </p:nvSpPr>
        <p:spPr>
          <a:xfrm>
            <a:off x="3550691" y="2851046"/>
            <a:ext cx="2034521" cy="447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7F7673"/>
                </a:solidFill>
                <a:latin typeface="Arial"/>
                <a:ea typeface="Arial"/>
                <a:cs typeface="Arial"/>
                <a:sym typeface="Arial"/>
              </a:rPr>
              <a:t>Ação 2</a:t>
            </a:r>
            <a:endParaRPr sz="700"/>
          </a:p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7F767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7F7673"/>
                </a:solidFill>
                <a:latin typeface="Arial"/>
                <a:ea typeface="Arial"/>
                <a:cs typeface="Arial"/>
                <a:sym typeface="Arial"/>
              </a:rPr>
              <a:t>Descrição</a:t>
            </a:r>
            <a:endParaRPr sz="700"/>
          </a:p>
        </p:txBody>
      </p:sp>
      <p:sp>
        <p:nvSpPr>
          <p:cNvPr id="298" name="Google Shape;298;p41"/>
          <p:cNvSpPr txBox="1"/>
          <p:nvPr/>
        </p:nvSpPr>
        <p:spPr>
          <a:xfrm>
            <a:off x="6384220" y="2851046"/>
            <a:ext cx="2034521" cy="447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7F7673"/>
                </a:solidFill>
                <a:latin typeface="Arial"/>
                <a:ea typeface="Arial"/>
                <a:cs typeface="Arial"/>
                <a:sym typeface="Arial"/>
              </a:rPr>
              <a:t>Ação 2</a:t>
            </a:r>
            <a:endParaRPr sz="700"/>
          </a:p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7F767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7F7673"/>
                </a:solidFill>
                <a:latin typeface="Arial"/>
                <a:ea typeface="Arial"/>
                <a:cs typeface="Arial"/>
                <a:sym typeface="Arial"/>
              </a:rPr>
              <a:t>Descrição</a:t>
            </a:r>
            <a:endParaRPr sz="7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A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2"/>
          <p:cNvSpPr txBox="1"/>
          <p:nvPr/>
        </p:nvSpPr>
        <p:spPr>
          <a:xfrm>
            <a:off x="330129" y="4245471"/>
            <a:ext cx="8483741" cy="5305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0" u="none" cap="none" strike="noStrike">
                <a:solidFill>
                  <a:srgbClr val="1C1C1C"/>
                </a:solidFill>
                <a:latin typeface="Arial"/>
                <a:ea typeface="Arial"/>
                <a:cs typeface="Arial"/>
                <a:sym typeface="Arial"/>
              </a:rPr>
              <a:t>Perguntas?</a:t>
            </a:r>
            <a:endParaRPr sz="700"/>
          </a:p>
        </p:txBody>
      </p:sp>
      <p:sp>
        <p:nvSpPr>
          <p:cNvPr id="304" name="Google Shape;304;p42"/>
          <p:cNvSpPr/>
          <p:nvPr/>
        </p:nvSpPr>
        <p:spPr>
          <a:xfrm>
            <a:off x="514350" y="514350"/>
            <a:ext cx="8115300" cy="3555984"/>
          </a:xfrm>
          <a:custGeom>
            <a:rect b="b" l="l" r="r" t="t"/>
            <a:pathLst>
              <a:path extrusionOk="0" h="948850" w="2165421">
                <a:moveTo>
                  <a:pt x="23850" y="0"/>
                </a:moveTo>
                <a:lnTo>
                  <a:pt x="2141571" y="0"/>
                </a:lnTo>
                <a:cubicBezTo>
                  <a:pt x="2147896" y="0"/>
                  <a:pt x="2153963" y="2513"/>
                  <a:pt x="2158435" y="6985"/>
                </a:cubicBezTo>
                <a:cubicBezTo>
                  <a:pt x="2162908" y="11458"/>
                  <a:pt x="2165421" y="17524"/>
                  <a:pt x="2165421" y="23850"/>
                </a:cubicBezTo>
                <a:lnTo>
                  <a:pt x="2165421" y="925000"/>
                </a:lnTo>
                <a:cubicBezTo>
                  <a:pt x="2165421" y="931325"/>
                  <a:pt x="2162908" y="937392"/>
                  <a:pt x="2158435" y="941864"/>
                </a:cubicBezTo>
                <a:cubicBezTo>
                  <a:pt x="2153963" y="946337"/>
                  <a:pt x="2147896" y="948850"/>
                  <a:pt x="2141571" y="948850"/>
                </a:cubicBezTo>
                <a:lnTo>
                  <a:pt x="23850" y="948850"/>
                </a:lnTo>
                <a:cubicBezTo>
                  <a:pt x="17524" y="948850"/>
                  <a:pt x="11458" y="946337"/>
                  <a:pt x="6985" y="941864"/>
                </a:cubicBezTo>
                <a:cubicBezTo>
                  <a:pt x="2513" y="937392"/>
                  <a:pt x="0" y="931325"/>
                  <a:pt x="0" y="925000"/>
                </a:cubicBezTo>
                <a:lnTo>
                  <a:pt x="0" y="23850"/>
                </a:lnTo>
                <a:cubicBezTo>
                  <a:pt x="0" y="17524"/>
                  <a:pt x="2513" y="11458"/>
                  <a:pt x="6985" y="6985"/>
                </a:cubicBezTo>
                <a:cubicBezTo>
                  <a:pt x="11458" y="2513"/>
                  <a:pt x="17524" y="0"/>
                  <a:pt x="2385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4338" l="-29391" r="33072" t="0"/>
            </a:stretch>
          </a:blipFill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Logotipo da Taqtile de fundo branco e texto preto com as primeiras 3 letras na primeira linha e as outras 4 letras na segunda linha" id="305" name="Google Shape;305;p42"/>
          <p:cNvSpPr/>
          <p:nvPr/>
        </p:nvSpPr>
        <p:spPr>
          <a:xfrm>
            <a:off x="676275" y="647700"/>
            <a:ext cx="627134" cy="619442"/>
          </a:xfrm>
          <a:custGeom>
            <a:rect b="b" l="l" r="r" t="t"/>
            <a:pathLst>
              <a:path extrusionOk="0" h="1238884" w="1254268">
                <a:moveTo>
                  <a:pt x="0" y="0"/>
                </a:moveTo>
                <a:lnTo>
                  <a:pt x="1254268" y="0"/>
                </a:lnTo>
                <a:lnTo>
                  <a:pt x="1254268" y="1238884"/>
                </a:lnTo>
                <a:lnTo>
                  <a:pt x="0" y="12388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